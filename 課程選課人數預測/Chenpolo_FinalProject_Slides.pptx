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Lato"/>
      <p:regular r:id="rId50"/>
      <p:bold r:id="rId51"/>
      <p:italic r:id="rId52"/>
      <p:boldItalic r:id="rId53"/>
    </p:embeddedFont>
    <p:embeddedFont>
      <p:font typeface="Crimson Text SemiBold"/>
      <p:regular r:id="rId54"/>
      <p:bold r:id="rId55"/>
      <p:italic r:id="rId56"/>
      <p:boldItalic r:id="rId57"/>
    </p:embeddedFont>
    <p:embeddedFont>
      <p:font typeface="Bitter"/>
      <p:regular r:id="rId58"/>
      <p:bold r:id="rId59"/>
      <p:italic r:id="rId60"/>
      <p:boldItalic r:id="rId61"/>
    </p:embeddedFont>
    <p:embeddedFont>
      <p:font typeface="DM Sans SemiBold"/>
      <p:regular r:id="rId62"/>
      <p:bold r:id="rId63"/>
      <p:italic r:id="rId64"/>
      <p:boldItalic r:id="rId65"/>
    </p:embeddedFont>
    <p:embeddedFont>
      <p:font typeface="DM Sans"/>
      <p:regular r:id="rId66"/>
      <p:bold r:id="rId67"/>
      <p:italic r:id="rId68"/>
      <p:boldItalic r:id="rId69"/>
    </p:embeddedFont>
    <p:embeddedFont>
      <p:font typeface="Crimson Text"/>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5F3ADF-8601-4E5A-8B3A-510D783291A0}">
  <a:tblStyle styleId="{1F5F3ADF-8601-4E5A-8B3A-510D783291A0}"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CrimsonText-boldItalic.fntdata"/><Relationship Id="rId72" Type="http://schemas.openxmlformats.org/officeDocument/2006/relationships/font" Target="fonts/CrimsonText-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CrimsonText-bold.fntdata"/><Relationship Id="rId70" Type="http://schemas.openxmlformats.org/officeDocument/2006/relationships/font" Target="fonts/CrimsonText-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DMSansSemiBold-regular.fntdata"/><Relationship Id="rId61" Type="http://schemas.openxmlformats.org/officeDocument/2006/relationships/font" Target="fonts/Bitter-boldItalic.fntdata"/><Relationship Id="rId20" Type="http://schemas.openxmlformats.org/officeDocument/2006/relationships/slide" Target="slides/slide15.xml"/><Relationship Id="rId64" Type="http://schemas.openxmlformats.org/officeDocument/2006/relationships/font" Target="fonts/DMSansSemiBold-italic.fntdata"/><Relationship Id="rId63" Type="http://schemas.openxmlformats.org/officeDocument/2006/relationships/font" Target="fonts/DMSansSemiBold-bold.fntdata"/><Relationship Id="rId22" Type="http://schemas.openxmlformats.org/officeDocument/2006/relationships/slide" Target="slides/slide17.xml"/><Relationship Id="rId66" Type="http://schemas.openxmlformats.org/officeDocument/2006/relationships/font" Target="fonts/DMSans-regular.fntdata"/><Relationship Id="rId21" Type="http://schemas.openxmlformats.org/officeDocument/2006/relationships/slide" Target="slides/slide16.xml"/><Relationship Id="rId65" Type="http://schemas.openxmlformats.org/officeDocument/2006/relationships/font" Target="fonts/DMSansSemiBold-boldItalic.fntdata"/><Relationship Id="rId24" Type="http://schemas.openxmlformats.org/officeDocument/2006/relationships/slide" Target="slides/slide19.xml"/><Relationship Id="rId68" Type="http://schemas.openxmlformats.org/officeDocument/2006/relationships/font" Target="fonts/DMSans-italic.fntdata"/><Relationship Id="rId23" Type="http://schemas.openxmlformats.org/officeDocument/2006/relationships/slide" Target="slides/slide18.xml"/><Relationship Id="rId67" Type="http://schemas.openxmlformats.org/officeDocument/2006/relationships/font" Target="fonts/DMSans-bold.fntdata"/><Relationship Id="rId60" Type="http://schemas.openxmlformats.org/officeDocument/2006/relationships/font" Target="fonts/Bitter-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DMSans-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bold.fntdata"/><Relationship Id="rId50" Type="http://schemas.openxmlformats.org/officeDocument/2006/relationships/font" Target="fonts/Lato-regular.fntdata"/><Relationship Id="rId53" Type="http://schemas.openxmlformats.org/officeDocument/2006/relationships/font" Target="fonts/Lato-boldItalic.fntdata"/><Relationship Id="rId52" Type="http://schemas.openxmlformats.org/officeDocument/2006/relationships/font" Target="fonts/Lato-italic.fntdata"/><Relationship Id="rId11" Type="http://schemas.openxmlformats.org/officeDocument/2006/relationships/slide" Target="slides/slide6.xml"/><Relationship Id="rId55" Type="http://schemas.openxmlformats.org/officeDocument/2006/relationships/font" Target="fonts/CrimsonTextSemiBold-bold.fntdata"/><Relationship Id="rId10" Type="http://schemas.openxmlformats.org/officeDocument/2006/relationships/slide" Target="slides/slide5.xml"/><Relationship Id="rId54" Type="http://schemas.openxmlformats.org/officeDocument/2006/relationships/font" Target="fonts/CrimsonTextSemiBold-regular.fntdata"/><Relationship Id="rId13" Type="http://schemas.openxmlformats.org/officeDocument/2006/relationships/slide" Target="slides/slide8.xml"/><Relationship Id="rId57" Type="http://schemas.openxmlformats.org/officeDocument/2006/relationships/font" Target="fonts/CrimsonTextSemiBold-boldItalic.fntdata"/><Relationship Id="rId12" Type="http://schemas.openxmlformats.org/officeDocument/2006/relationships/slide" Target="slides/slide7.xml"/><Relationship Id="rId56" Type="http://schemas.openxmlformats.org/officeDocument/2006/relationships/font" Target="fonts/CrimsonTextSemiBold-italic.fntdata"/><Relationship Id="rId15" Type="http://schemas.openxmlformats.org/officeDocument/2006/relationships/slide" Target="slides/slide10.xml"/><Relationship Id="rId59" Type="http://schemas.openxmlformats.org/officeDocument/2006/relationships/font" Target="fonts/Bitter-bold.fntdata"/><Relationship Id="rId14" Type="http://schemas.openxmlformats.org/officeDocument/2006/relationships/slide" Target="slides/slide9.xml"/><Relationship Id="rId58" Type="http://schemas.openxmlformats.org/officeDocument/2006/relationships/font" Target="fonts/Bitter-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b8b8239c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2b8b8239c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14072739ea5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14072739ea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f1ccfa8a1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f1ccfa8a1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f1ccfa8a1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1f1ccfa8a1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2a8fa4850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2a8fa4850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2bee84bc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2bee84bc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2bf122992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2bf122992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2a8fa4850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2a8fa4850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2bf122992f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2bf122992f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2a8fa4850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2a8fa4850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2bf122992f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2bf122992f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2bf122992f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2bf122992f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25afc8e8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25afc8e8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2bf122992f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2bf122992f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2bf122992f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2bf122992f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2bf122992f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2bf122992f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2bf122992f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2bf122992f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25afc8e8a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25afc8e8a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2bf122992f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2bf122992f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25a0034f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25a0034f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25a0034f4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25a0034f4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25a0034f4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25a0034f4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25afc8e8a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25afc8e8a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25afc8e8a3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25afc8e8a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2bee84bc7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2bee84bc7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2bf122992f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2bf122992f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2bee84bc7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32bee84bc7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2bf122992f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32bf122992f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2bee84bc7c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2bee84bc7c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2bf122992f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2bf122992f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2bee84bc7c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2bee84bc7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2a8fa4850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2a8fa4850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2bf122992f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32bf122992f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25a0034f4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25a0034f4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25a0034f4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325a0034f4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25a0034f4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325a0034f4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25a0034f4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25a0034f4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25a0034f4c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325a0034f4c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25a0034f4c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325a0034f4c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2a8fa4850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32a8fa4850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2bee84bc7c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32bee84bc7c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2a8fa4850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2a8fa4850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2bee84bc7c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32bee84bc7c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1f1ccfa8a13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1f1ccfa8a13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10" name="Google Shape;10;p2"/>
          <p:cNvGrpSpPr/>
          <p:nvPr/>
        </p:nvGrpSpPr>
        <p:grpSpPr>
          <a:xfrm>
            <a:off x="-1578" y="-272305"/>
            <a:ext cx="10611146" cy="6068437"/>
            <a:chOff x="-1578" y="-272305"/>
            <a:chExt cx="10611146" cy="6068437"/>
          </a:xfrm>
        </p:grpSpPr>
        <p:grpSp>
          <p:nvGrpSpPr>
            <p:cNvPr id="11" name="Google Shape;11;p2"/>
            <p:cNvGrpSpPr/>
            <p:nvPr/>
          </p:nvGrpSpPr>
          <p:grpSpPr>
            <a:xfrm>
              <a:off x="8130554" y="1"/>
              <a:ext cx="1474483" cy="1186085"/>
              <a:chOff x="8937625" y="190501"/>
              <a:chExt cx="1728788" cy="1390650"/>
            </a:xfrm>
          </p:grpSpPr>
          <p:sp>
            <p:nvSpPr>
              <p:cNvPr id="12" name="Google Shape;12;p2"/>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 name="Google Shape;13;p2"/>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 name="Google Shape;14;p2"/>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 name="Google Shape;15;p2"/>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 name="Google Shape;17;p2"/>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 name="Google Shape;18;p2"/>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 name="Google Shape;19;p2"/>
            <p:cNvGrpSpPr/>
            <p:nvPr/>
          </p:nvGrpSpPr>
          <p:grpSpPr>
            <a:xfrm>
              <a:off x="8251825" y="3252788"/>
              <a:ext cx="1076325" cy="2155825"/>
              <a:chOff x="11114088" y="357188"/>
              <a:chExt cx="1076325" cy="2155825"/>
            </a:xfrm>
          </p:grpSpPr>
          <p:sp>
            <p:nvSpPr>
              <p:cNvPr id="20" name="Google Shape;20;p2"/>
              <p:cNvSpPr/>
              <p:nvPr/>
            </p:nvSpPr>
            <p:spPr>
              <a:xfrm>
                <a:off x="12052300" y="357188"/>
                <a:ext cx="138113" cy="277813"/>
              </a:xfrm>
              <a:custGeom>
                <a:rect b="b" l="l" r="r" t="t"/>
                <a:pathLst>
                  <a:path extrusionOk="0" h="175" w="87">
                    <a:moveTo>
                      <a:pt x="87" y="175"/>
                    </a:moveTo>
                    <a:lnTo>
                      <a:pt x="87" y="0"/>
                    </a:lnTo>
                    <a:lnTo>
                      <a:pt x="59" y="29"/>
                    </a:lnTo>
                    <a:lnTo>
                      <a:pt x="59" y="29"/>
                    </a:lnTo>
                    <a:lnTo>
                      <a:pt x="0" y="87"/>
                    </a:lnTo>
                    <a:lnTo>
                      <a:pt x="87" y="1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 name="Google Shape;21;p2"/>
              <p:cNvSpPr/>
              <p:nvPr/>
            </p:nvSpPr>
            <p:spPr>
              <a:xfrm>
                <a:off x="11864975" y="577850"/>
                <a:ext cx="325438" cy="433388"/>
              </a:xfrm>
              <a:custGeom>
                <a:rect b="b" l="l" r="r" t="t"/>
                <a:pathLst>
                  <a:path extrusionOk="0" h="273" w="205">
                    <a:moveTo>
                      <a:pt x="205" y="139"/>
                    </a:moveTo>
                    <a:lnTo>
                      <a:pt x="66" y="0"/>
                    </a:lnTo>
                    <a:lnTo>
                      <a:pt x="0" y="67"/>
                    </a:lnTo>
                    <a:lnTo>
                      <a:pt x="205" y="273"/>
                    </a:lnTo>
                    <a:lnTo>
                      <a:pt x="205" y="139"/>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 name="Google Shape;22;p2"/>
              <p:cNvSpPr/>
              <p:nvPr/>
            </p:nvSpPr>
            <p:spPr>
              <a:xfrm>
                <a:off x="11676063" y="765176"/>
                <a:ext cx="514350" cy="620713"/>
              </a:xfrm>
              <a:custGeom>
                <a:rect b="b" l="l" r="r" t="t"/>
                <a:pathLst>
                  <a:path extrusionOk="0" h="391" w="324">
                    <a:moveTo>
                      <a:pt x="324" y="257"/>
                    </a:moveTo>
                    <a:lnTo>
                      <a:pt x="67" y="0"/>
                    </a:lnTo>
                    <a:lnTo>
                      <a:pt x="0" y="67"/>
                    </a:lnTo>
                    <a:lnTo>
                      <a:pt x="324" y="391"/>
                    </a:lnTo>
                    <a:lnTo>
                      <a:pt x="324" y="25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 name="Google Shape;23;p2"/>
              <p:cNvSpPr/>
              <p:nvPr/>
            </p:nvSpPr>
            <p:spPr>
              <a:xfrm>
                <a:off x="11114088" y="1328738"/>
                <a:ext cx="1076325" cy="1184275"/>
              </a:xfrm>
              <a:custGeom>
                <a:rect b="b" l="l" r="r" t="t"/>
                <a:pathLst>
                  <a:path extrusionOk="0" h="746" w="678">
                    <a:moveTo>
                      <a:pt x="678" y="611"/>
                    </a:moveTo>
                    <a:lnTo>
                      <a:pt x="67" y="0"/>
                    </a:lnTo>
                    <a:lnTo>
                      <a:pt x="0" y="67"/>
                    </a:lnTo>
                    <a:lnTo>
                      <a:pt x="678" y="746"/>
                    </a:lnTo>
                    <a:lnTo>
                      <a:pt x="678" y="61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2"/>
              <p:cNvSpPr/>
              <p:nvPr/>
            </p:nvSpPr>
            <p:spPr>
              <a:xfrm>
                <a:off x="11299825" y="1139826"/>
                <a:ext cx="890588" cy="996950"/>
              </a:xfrm>
              <a:custGeom>
                <a:rect b="b" l="l" r="r" t="t"/>
                <a:pathLst>
                  <a:path extrusionOk="0" h="628" w="561">
                    <a:moveTo>
                      <a:pt x="561" y="493"/>
                    </a:moveTo>
                    <a:lnTo>
                      <a:pt x="68" y="0"/>
                    </a:lnTo>
                    <a:lnTo>
                      <a:pt x="0" y="68"/>
                    </a:lnTo>
                    <a:lnTo>
                      <a:pt x="561" y="628"/>
                    </a:lnTo>
                    <a:lnTo>
                      <a:pt x="561" y="49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2"/>
              <p:cNvSpPr/>
              <p:nvPr/>
            </p:nvSpPr>
            <p:spPr>
              <a:xfrm>
                <a:off x="11488738" y="952501"/>
                <a:ext cx="701675" cy="809625"/>
              </a:xfrm>
              <a:custGeom>
                <a:rect b="b" l="l" r="r" t="t"/>
                <a:pathLst>
                  <a:path extrusionOk="0" h="510" w="442">
                    <a:moveTo>
                      <a:pt x="442" y="375"/>
                    </a:moveTo>
                    <a:lnTo>
                      <a:pt x="68" y="0"/>
                    </a:lnTo>
                    <a:lnTo>
                      <a:pt x="0" y="68"/>
                    </a:lnTo>
                    <a:lnTo>
                      <a:pt x="442" y="510"/>
                    </a:lnTo>
                    <a:lnTo>
                      <a:pt x="442" y="3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6" name="Google Shape;26;p2"/>
            <p:cNvSpPr/>
            <p:nvPr/>
          </p:nvSpPr>
          <p:spPr>
            <a:xfrm>
              <a:off x="6211898" y="0"/>
              <a:ext cx="4397670" cy="2200201"/>
            </a:xfrm>
            <a:custGeom>
              <a:rect b="b" l="l" r="r" t="t"/>
              <a:pathLst>
                <a:path extrusionOk="0" h="1625" w="3248">
                  <a:moveTo>
                    <a:pt x="3248" y="0"/>
                  </a:moveTo>
                  <a:lnTo>
                    <a:pt x="2117" y="1132"/>
                  </a:lnTo>
                  <a:lnTo>
                    <a:pt x="1940" y="1309"/>
                  </a:lnTo>
                  <a:lnTo>
                    <a:pt x="1891" y="1360"/>
                  </a:lnTo>
                  <a:lnTo>
                    <a:pt x="1624" y="1625"/>
                  </a:lnTo>
                  <a:lnTo>
                    <a:pt x="0" y="0"/>
                  </a:lnTo>
                  <a:lnTo>
                    <a:pt x="533" y="0"/>
                  </a:lnTo>
                  <a:lnTo>
                    <a:pt x="1624" y="1092"/>
                  </a:lnTo>
                  <a:lnTo>
                    <a:pt x="1624" y="1092"/>
                  </a:lnTo>
                  <a:lnTo>
                    <a:pt x="1851" y="866"/>
                  </a:lnTo>
                  <a:lnTo>
                    <a:pt x="2716" y="0"/>
                  </a:lnTo>
                  <a:lnTo>
                    <a:pt x="324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 name="Google Shape;27;p2"/>
            <p:cNvGrpSpPr/>
            <p:nvPr/>
          </p:nvGrpSpPr>
          <p:grpSpPr>
            <a:xfrm>
              <a:off x="4632879" y="3640239"/>
              <a:ext cx="2638908" cy="2155893"/>
              <a:chOff x="322263" y="3765551"/>
              <a:chExt cx="3556000" cy="2905125"/>
            </a:xfrm>
          </p:grpSpPr>
          <p:sp>
            <p:nvSpPr>
              <p:cNvPr id="28" name="Google Shape;28;p2"/>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2"/>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2"/>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2"/>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 name="Google Shape;32;p2"/>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 name="Google Shape;33;p2"/>
            <p:cNvGrpSpPr/>
            <p:nvPr/>
          </p:nvGrpSpPr>
          <p:grpSpPr>
            <a:xfrm>
              <a:off x="5324385" y="4331663"/>
              <a:ext cx="2927448" cy="1464313"/>
              <a:chOff x="5324385" y="4331663"/>
              <a:chExt cx="2927448" cy="1464313"/>
            </a:xfrm>
          </p:grpSpPr>
          <p:sp>
            <p:nvSpPr>
              <p:cNvPr id="34" name="Google Shape;34;p2"/>
              <p:cNvSpPr/>
              <p:nvPr/>
            </p:nvSpPr>
            <p:spPr>
              <a:xfrm>
                <a:off x="5324385" y="4331663"/>
                <a:ext cx="2927448" cy="1464313"/>
              </a:xfrm>
              <a:custGeom>
                <a:rect b="b" l="l" r="r" t="t"/>
                <a:pathLst>
                  <a:path extrusionOk="0" h="1243" w="2485">
                    <a:moveTo>
                      <a:pt x="2485" y="1243"/>
                    </a:moveTo>
                    <a:lnTo>
                      <a:pt x="1243" y="0"/>
                    </a:lnTo>
                    <a:lnTo>
                      <a:pt x="0" y="1243"/>
                    </a:lnTo>
                    <a:lnTo>
                      <a:pt x="2485" y="124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 name="Google Shape;35;p2"/>
              <p:cNvSpPr/>
              <p:nvPr/>
            </p:nvSpPr>
            <p:spPr>
              <a:xfrm>
                <a:off x="6788697" y="4331663"/>
                <a:ext cx="1463135" cy="1464313"/>
              </a:xfrm>
              <a:custGeom>
                <a:rect b="b" l="l" r="r" t="t"/>
                <a:pathLst>
                  <a:path extrusionOk="0" h="1243" w="1242">
                    <a:moveTo>
                      <a:pt x="1242" y="1243"/>
                    </a:moveTo>
                    <a:lnTo>
                      <a:pt x="0" y="0"/>
                    </a:lnTo>
                    <a:lnTo>
                      <a:pt x="0" y="1243"/>
                    </a:lnTo>
                    <a:lnTo>
                      <a:pt x="1242" y="12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6" name="Google Shape;36;p2"/>
            <p:cNvGrpSpPr/>
            <p:nvPr/>
          </p:nvGrpSpPr>
          <p:grpSpPr>
            <a:xfrm>
              <a:off x="-1578" y="-272305"/>
              <a:ext cx="1736824" cy="2155756"/>
              <a:chOff x="-1587" y="190501"/>
              <a:chExt cx="2211388" cy="2744788"/>
            </a:xfrm>
          </p:grpSpPr>
          <p:sp>
            <p:nvSpPr>
              <p:cNvPr id="37" name="Google Shape;37;p2"/>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 name="Google Shape;38;p2"/>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2"/>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2"/>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2"/>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2"/>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2"/>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2"/>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 name="Google Shape;45;p2"/>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 name="Google Shape;46;p2"/>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7" name="Google Shape;47;p2"/>
          <p:cNvSpPr txBox="1"/>
          <p:nvPr>
            <p:ph type="ctrTitle"/>
          </p:nvPr>
        </p:nvSpPr>
        <p:spPr>
          <a:xfrm>
            <a:off x="911150" y="1052700"/>
            <a:ext cx="5575200" cy="25623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48" name="Google Shape;48;p2"/>
          <p:cNvSpPr txBox="1"/>
          <p:nvPr>
            <p:ph idx="1" type="subTitle"/>
          </p:nvPr>
        </p:nvSpPr>
        <p:spPr>
          <a:xfrm>
            <a:off x="911150" y="3614997"/>
            <a:ext cx="45288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pic>
        <p:nvPicPr>
          <p:cNvPr id="50" name="Google Shape;50;p3"/>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51" name="Google Shape;51;p3"/>
          <p:cNvGrpSpPr/>
          <p:nvPr/>
        </p:nvGrpSpPr>
        <p:grpSpPr>
          <a:xfrm>
            <a:off x="-606221" y="-798411"/>
            <a:ext cx="11215789" cy="6227663"/>
            <a:chOff x="-606221" y="-798411"/>
            <a:chExt cx="11215789" cy="6227663"/>
          </a:xfrm>
        </p:grpSpPr>
        <p:grpSp>
          <p:nvGrpSpPr>
            <p:cNvPr id="52" name="Google Shape;52;p3"/>
            <p:cNvGrpSpPr/>
            <p:nvPr/>
          </p:nvGrpSpPr>
          <p:grpSpPr>
            <a:xfrm flipH="1">
              <a:off x="7407172" y="-5"/>
              <a:ext cx="1736824" cy="2155756"/>
              <a:chOff x="-1587" y="190501"/>
              <a:chExt cx="2211388" cy="2744788"/>
            </a:xfrm>
          </p:grpSpPr>
          <p:sp>
            <p:nvSpPr>
              <p:cNvPr id="53" name="Google Shape;53;p3"/>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 name="Google Shape;54;p3"/>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 name="Google Shape;55;p3"/>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 name="Google Shape;56;p3"/>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3"/>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3"/>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3"/>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3"/>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 name="Google Shape;61;p3"/>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 name="Google Shape;62;p3"/>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3" name="Google Shape;63;p3"/>
            <p:cNvGrpSpPr/>
            <p:nvPr/>
          </p:nvGrpSpPr>
          <p:grpSpPr>
            <a:xfrm flipH="1" rot="10800000">
              <a:off x="8130554" y="4243165"/>
              <a:ext cx="1474483" cy="1186085"/>
              <a:chOff x="8937625" y="190501"/>
              <a:chExt cx="1728788" cy="1390650"/>
            </a:xfrm>
          </p:grpSpPr>
          <p:sp>
            <p:nvSpPr>
              <p:cNvPr id="64" name="Google Shape;64;p3"/>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3"/>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3"/>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3"/>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3"/>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3"/>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3"/>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1" name="Google Shape;71;p3"/>
            <p:cNvSpPr/>
            <p:nvPr/>
          </p:nvSpPr>
          <p:spPr>
            <a:xfrm flipH="1" rot="10800000">
              <a:off x="6211898" y="3229050"/>
              <a:ext cx="4397670" cy="2200201"/>
            </a:xfrm>
            <a:custGeom>
              <a:rect b="b" l="l" r="r" t="t"/>
              <a:pathLst>
                <a:path extrusionOk="0" h="1625" w="3248">
                  <a:moveTo>
                    <a:pt x="3248" y="0"/>
                  </a:moveTo>
                  <a:lnTo>
                    <a:pt x="2117" y="1132"/>
                  </a:lnTo>
                  <a:lnTo>
                    <a:pt x="1940" y="1309"/>
                  </a:lnTo>
                  <a:lnTo>
                    <a:pt x="1891" y="1360"/>
                  </a:lnTo>
                  <a:lnTo>
                    <a:pt x="1624" y="1625"/>
                  </a:lnTo>
                  <a:lnTo>
                    <a:pt x="0" y="0"/>
                  </a:lnTo>
                  <a:lnTo>
                    <a:pt x="533" y="0"/>
                  </a:lnTo>
                  <a:lnTo>
                    <a:pt x="1624" y="1092"/>
                  </a:lnTo>
                  <a:lnTo>
                    <a:pt x="1624" y="1092"/>
                  </a:lnTo>
                  <a:lnTo>
                    <a:pt x="1851" y="866"/>
                  </a:lnTo>
                  <a:lnTo>
                    <a:pt x="2716" y="0"/>
                  </a:lnTo>
                  <a:lnTo>
                    <a:pt x="324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2" name="Google Shape;72;p3"/>
            <p:cNvGrpSpPr/>
            <p:nvPr/>
          </p:nvGrpSpPr>
          <p:grpSpPr>
            <a:xfrm rot="10800000">
              <a:off x="-606221" y="-798411"/>
              <a:ext cx="2638908" cy="2155893"/>
              <a:chOff x="322263" y="3765551"/>
              <a:chExt cx="3556000" cy="2905125"/>
            </a:xfrm>
          </p:grpSpPr>
          <p:sp>
            <p:nvSpPr>
              <p:cNvPr id="73" name="Google Shape;73;p3"/>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3"/>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3"/>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3"/>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3"/>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8" name="Google Shape;78;p3"/>
            <p:cNvGrpSpPr/>
            <p:nvPr/>
          </p:nvGrpSpPr>
          <p:grpSpPr>
            <a:xfrm flipH="1" rot="10800000">
              <a:off x="-396671" y="4243165"/>
              <a:ext cx="1474483" cy="1186085"/>
              <a:chOff x="8937625" y="190501"/>
              <a:chExt cx="1728788" cy="1390650"/>
            </a:xfrm>
          </p:grpSpPr>
          <p:sp>
            <p:nvSpPr>
              <p:cNvPr id="79" name="Google Shape;79;p3"/>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3"/>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 name="Google Shape;81;p3"/>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 name="Google Shape;82;p3"/>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 name="Google Shape;83;p3"/>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 name="Google Shape;84;p3"/>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 name="Google Shape;85;p3"/>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86" name="Google Shape;86;p3"/>
          <p:cNvSpPr txBox="1"/>
          <p:nvPr>
            <p:ph type="title"/>
          </p:nvPr>
        </p:nvSpPr>
        <p:spPr>
          <a:xfrm>
            <a:off x="713225" y="2079575"/>
            <a:ext cx="5144700" cy="1511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7" name="Google Shape;87;p3"/>
          <p:cNvSpPr txBox="1"/>
          <p:nvPr>
            <p:ph hasCustomPrompt="1" idx="2" type="title"/>
          </p:nvPr>
        </p:nvSpPr>
        <p:spPr>
          <a:xfrm>
            <a:off x="713225" y="1012925"/>
            <a:ext cx="1652100" cy="915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i="1" sz="60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8" name="Google Shape;88;p3"/>
          <p:cNvSpPr txBox="1"/>
          <p:nvPr>
            <p:ph idx="1" type="subTitle"/>
          </p:nvPr>
        </p:nvSpPr>
        <p:spPr>
          <a:xfrm>
            <a:off x="713225" y="3741725"/>
            <a:ext cx="51447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9" name="Shape 89"/>
        <p:cNvGrpSpPr/>
        <p:nvPr/>
      </p:nvGrpSpPr>
      <p:grpSpPr>
        <a:xfrm>
          <a:off x="0" y="0"/>
          <a:ext cx="0" cy="0"/>
          <a:chOff x="0" y="0"/>
          <a:chExt cx="0" cy="0"/>
        </a:xfrm>
      </p:grpSpPr>
      <p:pic>
        <p:nvPicPr>
          <p:cNvPr id="90" name="Google Shape;90;p4"/>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91" name="Google Shape;91;p4"/>
          <p:cNvGrpSpPr/>
          <p:nvPr/>
        </p:nvGrpSpPr>
        <p:grpSpPr>
          <a:xfrm>
            <a:off x="6233079" y="-538380"/>
            <a:ext cx="3618954" cy="6334512"/>
            <a:chOff x="6233079" y="-538380"/>
            <a:chExt cx="3618954" cy="6334512"/>
          </a:xfrm>
        </p:grpSpPr>
        <p:grpSp>
          <p:nvGrpSpPr>
            <p:cNvPr id="92" name="Google Shape;92;p4"/>
            <p:cNvGrpSpPr/>
            <p:nvPr/>
          </p:nvGrpSpPr>
          <p:grpSpPr>
            <a:xfrm>
              <a:off x="6233079" y="3640239"/>
              <a:ext cx="2638908" cy="2155893"/>
              <a:chOff x="322263" y="3765551"/>
              <a:chExt cx="3556000" cy="2905125"/>
            </a:xfrm>
          </p:grpSpPr>
          <p:sp>
            <p:nvSpPr>
              <p:cNvPr id="93" name="Google Shape;93;p4"/>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4"/>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4"/>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4"/>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4"/>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8" name="Google Shape;98;p4"/>
            <p:cNvGrpSpPr/>
            <p:nvPr/>
          </p:nvGrpSpPr>
          <p:grpSpPr>
            <a:xfrm>
              <a:off x="6924585" y="4331663"/>
              <a:ext cx="2927448" cy="1464313"/>
              <a:chOff x="5324385" y="4331663"/>
              <a:chExt cx="2927448" cy="1464313"/>
            </a:xfrm>
          </p:grpSpPr>
          <p:sp>
            <p:nvSpPr>
              <p:cNvPr id="99" name="Google Shape;99;p4"/>
              <p:cNvSpPr/>
              <p:nvPr/>
            </p:nvSpPr>
            <p:spPr>
              <a:xfrm>
                <a:off x="5324385" y="4331663"/>
                <a:ext cx="2927448" cy="1464313"/>
              </a:xfrm>
              <a:custGeom>
                <a:rect b="b" l="l" r="r" t="t"/>
                <a:pathLst>
                  <a:path extrusionOk="0" h="1243" w="2485">
                    <a:moveTo>
                      <a:pt x="2485" y="1243"/>
                    </a:moveTo>
                    <a:lnTo>
                      <a:pt x="1243" y="0"/>
                    </a:lnTo>
                    <a:lnTo>
                      <a:pt x="0" y="1243"/>
                    </a:lnTo>
                    <a:lnTo>
                      <a:pt x="2485" y="124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4"/>
              <p:cNvSpPr/>
              <p:nvPr/>
            </p:nvSpPr>
            <p:spPr>
              <a:xfrm>
                <a:off x="6788697" y="4331663"/>
                <a:ext cx="1463135" cy="1464313"/>
              </a:xfrm>
              <a:custGeom>
                <a:rect b="b" l="l" r="r" t="t"/>
                <a:pathLst>
                  <a:path extrusionOk="0" h="1243" w="1242">
                    <a:moveTo>
                      <a:pt x="1242" y="1243"/>
                    </a:moveTo>
                    <a:lnTo>
                      <a:pt x="0" y="0"/>
                    </a:lnTo>
                    <a:lnTo>
                      <a:pt x="0" y="1243"/>
                    </a:lnTo>
                    <a:lnTo>
                      <a:pt x="1242" y="12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 name="Google Shape;101;p4"/>
            <p:cNvGrpSpPr/>
            <p:nvPr/>
          </p:nvGrpSpPr>
          <p:grpSpPr>
            <a:xfrm flipH="1">
              <a:off x="7827972" y="-538380"/>
              <a:ext cx="1736824" cy="2155756"/>
              <a:chOff x="-1587" y="190501"/>
              <a:chExt cx="2211388" cy="2744788"/>
            </a:xfrm>
          </p:grpSpPr>
          <p:sp>
            <p:nvSpPr>
              <p:cNvPr id="102" name="Google Shape;102;p4"/>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4"/>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4"/>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4"/>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4"/>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4"/>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 name="Google Shape;108;p4"/>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4"/>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 name="Google Shape;110;p4"/>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4"/>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12" name="Google Shape;112;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3" name="Google Shape;113;p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pic>
        <p:nvPicPr>
          <p:cNvPr id="115" name="Google Shape;115;p5"/>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116" name="Google Shape;116;p5"/>
          <p:cNvGrpSpPr/>
          <p:nvPr/>
        </p:nvGrpSpPr>
        <p:grpSpPr>
          <a:xfrm>
            <a:off x="-666425" y="-538449"/>
            <a:ext cx="10924083" cy="5680599"/>
            <a:chOff x="-666425" y="-538449"/>
            <a:chExt cx="10924083" cy="5680599"/>
          </a:xfrm>
        </p:grpSpPr>
        <p:grpSp>
          <p:nvGrpSpPr>
            <p:cNvPr id="117" name="Google Shape;117;p5"/>
            <p:cNvGrpSpPr/>
            <p:nvPr/>
          </p:nvGrpSpPr>
          <p:grpSpPr>
            <a:xfrm flipH="1" rot="10800000">
              <a:off x="6648379" y="-538449"/>
              <a:ext cx="2638908" cy="2155893"/>
              <a:chOff x="322263" y="3765551"/>
              <a:chExt cx="3556000" cy="2905125"/>
            </a:xfrm>
          </p:grpSpPr>
          <p:sp>
            <p:nvSpPr>
              <p:cNvPr id="118" name="Google Shape;118;p5"/>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 name="Google Shape;119;p5"/>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5"/>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 name="Google Shape;121;p5"/>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5"/>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3" name="Google Shape;123;p5"/>
            <p:cNvGrpSpPr/>
            <p:nvPr/>
          </p:nvGrpSpPr>
          <p:grpSpPr>
            <a:xfrm flipH="1" rot="10800000">
              <a:off x="7330210" y="-538293"/>
              <a:ext cx="2927448" cy="1464313"/>
              <a:chOff x="5324385" y="4331663"/>
              <a:chExt cx="2927448" cy="1464313"/>
            </a:xfrm>
          </p:grpSpPr>
          <p:sp>
            <p:nvSpPr>
              <p:cNvPr id="124" name="Google Shape;124;p5"/>
              <p:cNvSpPr/>
              <p:nvPr/>
            </p:nvSpPr>
            <p:spPr>
              <a:xfrm>
                <a:off x="5324385" y="4331663"/>
                <a:ext cx="2927448" cy="1464313"/>
              </a:xfrm>
              <a:custGeom>
                <a:rect b="b" l="l" r="r" t="t"/>
                <a:pathLst>
                  <a:path extrusionOk="0" h="1243" w="2485">
                    <a:moveTo>
                      <a:pt x="2485" y="1243"/>
                    </a:moveTo>
                    <a:lnTo>
                      <a:pt x="1243" y="0"/>
                    </a:lnTo>
                    <a:lnTo>
                      <a:pt x="0" y="1243"/>
                    </a:lnTo>
                    <a:lnTo>
                      <a:pt x="2485" y="124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5"/>
              <p:cNvSpPr/>
              <p:nvPr/>
            </p:nvSpPr>
            <p:spPr>
              <a:xfrm>
                <a:off x="6788697" y="4331663"/>
                <a:ext cx="1463135" cy="1464313"/>
              </a:xfrm>
              <a:custGeom>
                <a:rect b="b" l="l" r="r" t="t"/>
                <a:pathLst>
                  <a:path extrusionOk="0" h="1243" w="1242">
                    <a:moveTo>
                      <a:pt x="1242" y="1243"/>
                    </a:moveTo>
                    <a:lnTo>
                      <a:pt x="0" y="0"/>
                    </a:lnTo>
                    <a:lnTo>
                      <a:pt x="0" y="1243"/>
                    </a:lnTo>
                    <a:lnTo>
                      <a:pt x="1242" y="12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6" name="Google Shape;126;p5"/>
            <p:cNvGrpSpPr/>
            <p:nvPr/>
          </p:nvGrpSpPr>
          <p:grpSpPr>
            <a:xfrm rot="5400000">
              <a:off x="-126675" y="3526076"/>
              <a:ext cx="1076325" cy="2155825"/>
              <a:chOff x="11114088" y="357188"/>
              <a:chExt cx="1076325" cy="2155825"/>
            </a:xfrm>
          </p:grpSpPr>
          <p:sp>
            <p:nvSpPr>
              <p:cNvPr id="127" name="Google Shape;127;p5"/>
              <p:cNvSpPr/>
              <p:nvPr/>
            </p:nvSpPr>
            <p:spPr>
              <a:xfrm>
                <a:off x="12052300" y="357188"/>
                <a:ext cx="138113" cy="277813"/>
              </a:xfrm>
              <a:custGeom>
                <a:rect b="b" l="l" r="r" t="t"/>
                <a:pathLst>
                  <a:path extrusionOk="0" h="175" w="87">
                    <a:moveTo>
                      <a:pt x="87" y="175"/>
                    </a:moveTo>
                    <a:lnTo>
                      <a:pt x="87" y="0"/>
                    </a:lnTo>
                    <a:lnTo>
                      <a:pt x="59" y="29"/>
                    </a:lnTo>
                    <a:lnTo>
                      <a:pt x="59" y="29"/>
                    </a:lnTo>
                    <a:lnTo>
                      <a:pt x="0" y="87"/>
                    </a:lnTo>
                    <a:lnTo>
                      <a:pt x="87" y="17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5"/>
              <p:cNvSpPr/>
              <p:nvPr/>
            </p:nvSpPr>
            <p:spPr>
              <a:xfrm>
                <a:off x="11864975" y="577850"/>
                <a:ext cx="325438" cy="433388"/>
              </a:xfrm>
              <a:custGeom>
                <a:rect b="b" l="l" r="r" t="t"/>
                <a:pathLst>
                  <a:path extrusionOk="0" h="273" w="205">
                    <a:moveTo>
                      <a:pt x="205" y="139"/>
                    </a:moveTo>
                    <a:lnTo>
                      <a:pt x="66" y="0"/>
                    </a:lnTo>
                    <a:lnTo>
                      <a:pt x="0" y="67"/>
                    </a:lnTo>
                    <a:lnTo>
                      <a:pt x="205" y="273"/>
                    </a:lnTo>
                    <a:lnTo>
                      <a:pt x="205" y="139"/>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5"/>
              <p:cNvSpPr/>
              <p:nvPr/>
            </p:nvSpPr>
            <p:spPr>
              <a:xfrm>
                <a:off x="11676063" y="765176"/>
                <a:ext cx="514350" cy="620713"/>
              </a:xfrm>
              <a:custGeom>
                <a:rect b="b" l="l" r="r" t="t"/>
                <a:pathLst>
                  <a:path extrusionOk="0" h="391" w="324">
                    <a:moveTo>
                      <a:pt x="324" y="257"/>
                    </a:moveTo>
                    <a:lnTo>
                      <a:pt x="67" y="0"/>
                    </a:lnTo>
                    <a:lnTo>
                      <a:pt x="0" y="67"/>
                    </a:lnTo>
                    <a:lnTo>
                      <a:pt x="324" y="391"/>
                    </a:lnTo>
                    <a:lnTo>
                      <a:pt x="324" y="257"/>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5"/>
              <p:cNvSpPr/>
              <p:nvPr/>
            </p:nvSpPr>
            <p:spPr>
              <a:xfrm>
                <a:off x="11114088" y="1328738"/>
                <a:ext cx="1076325" cy="1184275"/>
              </a:xfrm>
              <a:custGeom>
                <a:rect b="b" l="l" r="r" t="t"/>
                <a:pathLst>
                  <a:path extrusionOk="0" h="746" w="678">
                    <a:moveTo>
                      <a:pt x="678" y="611"/>
                    </a:moveTo>
                    <a:lnTo>
                      <a:pt x="67" y="0"/>
                    </a:lnTo>
                    <a:lnTo>
                      <a:pt x="0" y="67"/>
                    </a:lnTo>
                    <a:lnTo>
                      <a:pt x="678" y="746"/>
                    </a:lnTo>
                    <a:lnTo>
                      <a:pt x="678" y="61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5"/>
              <p:cNvSpPr/>
              <p:nvPr/>
            </p:nvSpPr>
            <p:spPr>
              <a:xfrm>
                <a:off x="11299825" y="1139826"/>
                <a:ext cx="890588" cy="996950"/>
              </a:xfrm>
              <a:custGeom>
                <a:rect b="b" l="l" r="r" t="t"/>
                <a:pathLst>
                  <a:path extrusionOk="0" h="628" w="561">
                    <a:moveTo>
                      <a:pt x="561" y="493"/>
                    </a:moveTo>
                    <a:lnTo>
                      <a:pt x="68" y="0"/>
                    </a:lnTo>
                    <a:lnTo>
                      <a:pt x="0" y="68"/>
                    </a:lnTo>
                    <a:lnTo>
                      <a:pt x="561" y="628"/>
                    </a:lnTo>
                    <a:lnTo>
                      <a:pt x="561" y="493"/>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5"/>
              <p:cNvSpPr/>
              <p:nvPr/>
            </p:nvSpPr>
            <p:spPr>
              <a:xfrm>
                <a:off x="11488738" y="952501"/>
                <a:ext cx="701675" cy="809625"/>
              </a:xfrm>
              <a:custGeom>
                <a:rect b="b" l="l" r="r" t="t"/>
                <a:pathLst>
                  <a:path extrusionOk="0" h="510" w="442">
                    <a:moveTo>
                      <a:pt x="442" y="375"/>
                    </a:moveTo>
                    <a:lnTo>
                      <a:pt x="68" y="0"/>
                    </a:lnTo>
                    <a:lnTo>
                      <a:pt x="0" y="68"/>
                    </a:lnTo>
                    <a:lnTo>
                      <a:pt x="442" y="510"/>
                    </a:lnTo>
                    <a:lnTo>
                      <a:pt x="442" y="37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33" name="Google Shape;133;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4" name="Google Shape;134;p5"/>
          <p:cNvSpPr txBox="1"/>
          <p:nvPr>
            <p:ph idx="1" type="subTitle"/>
          </p:nvPr>
        </p:nvSpPr>
        <p:spPr>
          <a:xfrm>
            <a:off x="4964033" y="2359375"/>
            <a:ext cx="3288300" cy="1564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35" name="Google Shape;135;p5"/>
          <p:cNvSpPr txBox="1"/>
          <p:nvPr>
            <p:ph idx="2" type="subTitle"/>
          </p:nvPr>
        </p:nvSpPr>
        <p:spPr>
          <a:xfrm>
            <a:off x="891650" y="2359375"/>
            <a:ext cx="3288300" cy="1564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36" name="Google Shape;136;p5"/>
          <p:cNvSpPr txBox="1"/>
          <p:nvPr>
            <p:ph idx="3" type="subTitle"/>
          </p:nvPr>
        </p:nvSpPr>
        <p:spPr>
          <a:xfrm>
            <a:off x="891650" y="1746200"/>
            <a:ext cx="3288300" cy="6894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sz="2000">
                <a:solidFill>
                  <a:schemeClr val="dk1"/>
                </a:solidFill>
                <a:latin typeface="Crimson Text SemiBold"/>
                <a:ea typeface="Crimson Text SemiBold"/>
                <a:cs typeface="Crimson Text SemiBold"/>
                <a:sym typeface="Crimson Text SemiBold"/>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37" name="Google Shape;137;p5"/>
          <p:cNvSpPr txBox="1"/>
          <p:nvPr>
            <p:ph idx="4" type="subTitle"/>
          </p:nvPr>
        </p:nvSpPr>
        <p:spPr>
          <a:xfrm>
            <a:off x="4964040" y="1746200"/>
            <a:ext cx="3288300" cy="6894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sz="2000">
                <a:solidFill>
                  <a:schemeClr val="dk1"/>
                </a:solidFill>
                <a:latin typeface="Crimson Text SemiBold"/>
                <a:ea typeface="Crimson Text SemiBold"/>
                <a:cs typeface="Crimson Text SemiBold"/>
                <a:sym typeface="Crimson Text SemiBold"/>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8" name="Shape 138"/>
        <p:cNvGrpSpPr/>
        <p:nvPr/>
      </p:nvGrpSpPr>
      <p:grpSpPr>
        <a:xfrm>
          <a:off x="0" y="0"/>
          <a:ext cx="0" cy="0"/>
          <a:chOff x="0" y="0"/>
          <a:chExt cx="0" cy="0"/>
        </a:xfrm>
      </p:grpSpPr>
      <p:pic>
        <p:nvPicPr>
          <p:cNvPr id="139" name="Google Shape;139;p6"/>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140" name="Google Shape;140;p6"/>
          <p:cNvGrpSpPr/>
          <p:nvPr/>
        </p:nvGrpSpPr>
        <p:grpSpPr>
          <a:xfrm>
            <a:off x="-140416" y="-206880"/>
            <a:ext cx="10705533" cy="5663727"/>
            <a:chOff x="-140416" y="-206880"/>
            <a:chExt cx="10705533" cy="5663727"/>
          </a:xfrm>
        </p:grpSpPr>
        <p:grpSp>
          <p:nvGrpSpPr>
            <p:cNvPr id="141" name="Google Shape;141;p6"/>
            <p:cNvGrpSpPr/>
            <p:nvPr/>
          </p:nvGrpSpPr>
          <p:grpSpPr>
            <a:xfrm flipH="1" rot="10800000">
              <a:off x="8735290" y="-206880"/>
              <a:ext cx="1522370" cy="1224606"/>
              <a:chOff x="8937625" y="190501"/>
              <a:chExt cx="1728788" cy="1390650"/>
            </a:xfrm>
          </p:grpSpPr>
          <p:sp>
            <p:nvSpPr>
              <p:cNvPr id="142" name="Google Shape;142;p6"/>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6"/>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 name="Google Shape;144;p6"/>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 name="Google Shape;145;p6"/>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 name="Google Shape;146;p6"/>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6"/>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 name="Google Shape;148;p6"/>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49" name="Google Shape;149;p6"/>
            <p:cNvSpPr/>
            <p:nvPr/>
          </p:nvSpPr>
          <p:spPr>
            <a:xfrm flipH="1">
              <a:off x="7749273" y="0"/>
              <a:ext cx="2815843" cy="2818723"/>
            </a:xfrm>
            <a:custGeom>
              <a:rect b="b" l="l" r="r" t="t"/>
              <a:pathLst>
                <a:path extrusionOk="0" h="2929" w="2926">
                  <a:moveTo>
                    <a:pt x="2926" y="0"/>
                  </a:moveTo>
                  <a:lnTo>
                    <a:pt x="0" y="2929"/>
                  </a:lnTo>
                  <a:lnTo>
                    <a:pt x="0" y="2309"/>
                  </a:lnTo>
                  <a:lnTo>
                    <a:pt x="2308" y="0"/>
                  </a:lnTo>
                  <a:lnTo>
                    <a:pt x="292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50" name="Google Shape;150;p6"/>
            <p:cNvGrpSpPr/>
            <p:nvPr/>
          </p:nvGrpSpPr>
          <p:grpSpPr>
            <a:xfrm flipH="1">
              <a:off x="-140416" y="3751158"/>
              <a:ext cx="851588" cy="1705689"/>
              <a:chOff x="11114088" y="357188"/>
              <a:chExt cx="1076325" cy="2155825"/>
            </a:xfrm>
          </p:grpSpPr>
          <p:sp>
            <p:nvSpPr>
              <p:cNvPr id="151" name="Google Shape;151;p6"/>
              <p:cNvSpPr/>
              <p:nvPr/>
            </p:nvSpPr>
            <p:spPr>
              <a:xfrm>
                <a:off x="12052300" y="357188"/>
                <a:ext cx="138113" cy="277813"/>
              </a:xfrm>
              <a:custGeom>
                <a:rect b="b" l="l" r="r" t="t"/>
                <a:pathLst>
                  <a:path extrusionOk="0" h="175" w="87">
                    <a:moveTo>
                      <a:pt x="87" y="175"/>
                    </a:moveTo>
                    <a:lnTo>
                      <a:pt x="87" y="0"/>
                    </a:lnTo>
                    <a:lnTo>
                      <a:pt x="59" y="29"/>
                    </a:lnTo>
                    <a:lnTo>
                      <a:pt x="59" y="29"/>
                    </a:lnTo>
                    <a:lnTo>
                      <a:pt x="0" y="87"/>
                    </a:lnTo>
                    <a:lnTo>
                      <a:pt x="87" y="17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 name="Google Shape;152;p6"/>
              <p:cNvSpPr/>
              <p:nvPr/>
            </p:nvSpPr>
            <p:spPr>
              <a:xfrm>
                <a:off x="11864975" y="577850"/>
                <a:ext cx="325438" cy="433388"/>
              </a:xfrm>
              <a:custGeom>
                <a:rect b="b" l="l" r="r" t="t"/>
                <a:pathLst>
                  <a:path extrusionOk="0" h="273" w="205">
                    <a:moveTo>
                      <a:pt x="205" y="139"/>
                    </a:moveTo>
                    <a:lnTo>
                      <a:pt x="66" y="0"/>
                    </a:lnTo>
                    <a:lnTo>
                      <a:pt x="0" y="67"/>
                    </a:lnTo>
                    <a:lnTo>
                      <a:pt x="205" y="273"/>
                    </a:lnTo>
                    <a:lnTo>
                      <a:pt x="205" y="13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 name="Google Shape;153;p6"/>
              <p:cNvSpPr/>
              <p:nvPr/>
            </p:nvSpPr>
            <p:spPr>
              <a:xfrm>
                <a:off x="11676063" y="765176"/>
                <a:ext cx="514350" cy="620713"/>
              </a:xfrm>
              <a:custGeom>
                <a:rect b="b" l="l" r="r" t="t"/>
                <a:pathLst>
                  <a:path extrusionOk="0" h="391" w="324">
                    <a:moveTo>
                      <a:pt x="324" y="257"/>
                    </a:moveTo>
                    <a:lnTo>
                      <a:pt x="67" y="0"/>
                    </a:lnTo>
                    <a:lnTo>
                      <a:pt x="0" y="67"/>
                    </a:lnTo>
                    <a:lnTo>
                      <a:pt x="324" y="391"/>
                    </a:lnTo>
                    <a:lnTo>
                      <a:pt x="324" y="25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6"/>
              <p:cNvSpPr/>
              <p:nvPr/>
            </p:nvSpPr>
            <p:spPr>
              <a:xfrm>
                <a:off x="11114088" y="1328738"/>
                <a:ext cx="1076325" cy="1184275"/>
              </a:xfrm>
              <a:custGeom>
                <a:rect b="b" l="l" r="r" t="t"/>
                <a:pathLst>
                  <a:path extrusionOk="0" h="746" w="678">
                    <a:moveTo>
                      <a:pt x="678" y="611"/>
                    </a:moveTo>
                    <a:lnTo>
                      <a:pt x="67" y="0"/>
                    </a:lnTo>
                    <a:lnTo>
                      <a:pt x="0" y="67"/>
                    </a:lnTo>
                    <a:lnTo>
                      <a:pt x="678" y="746"/>
                    </a:lnTo>
                    <a:lnTo>
                      <a:pt x="678" y="61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6"/>
              <p:cNvSpPr/>
              <p:nvPr/>
            </p:nvSpPr>
            <p:spPr>
              <a:xfrm>
                <a:off x="11299825" y="1139826"/>
                <a:ext cx="890588" cy="996950"/>
              </a:xfrm>
              <a:custGeom>
                <a:rect b="b" l="l" r="r" t="t"/>
                <a:pathLst>
                  <a:path extrusionOk="0" h="628" w="561">
                    <a:moveTo>
                      <a:pt x="561" y="493"/>
                    </a:moveTo>
                    <a:lnTo>
                      <a:pt x="68" y="0"/>
                    </a:lnTo>
                    <a:lnTo>
                      <a:pt x="0" y="68"/>
                    </a:lnTo>
                    <a:lnTo>
                      <a:pt x="561" y="628"/>
                    </a:lnTo>
                    <a:lnTo>
                      <a:pt x="561" y="49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6"/>
              <p:cNvSpPr/>
              <p:nvPr/>
            </p:nvSpPr>
            <p:spPr>
              <a:xfrm>
                <a:off x="11488738" y="952501"/>
                <a:ext cx="701675" cy="809625"/>
              </a:xfrm>
              <a:custGeom>
                <a:rect b="b" l="l" r="r" t="t"/>
                <a:pathLst>
                  <a:path extrusionOk="0" h="510" w="442">
                    <a:moveTo>
                      <a:pt x="442" y="375"/>
                    </a:moveTo>
                    <a:lnTo>
                      <a:pt x="68" y="0"/>
                    </a:lnTo>
                    <a:lnTo>
                      <a:pt x="0" y="68"/>
                    </a:lnTo>
                    <a:lnTo>
                      <a:pt x="442" y="510"/>
                    </a:lnTo>
                    <a:lnTo>
                      <a:pt x="442" y="37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57" name="Google Shape;157;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8" name="Shape 158"/>
        <p:cNvGrpSpPr/>
        <p:nvPr/>
      </p:nvGrpSpPr>
      <p:grpSpPr>
        <a:xfrm>
          <a:off x="0" y="0"/>
          <a:ext cx="0" cy="0"/>
          <a:chOff x="0" y="0"/>
          <a:chExt cx="0" cy="0"/>
        </a:xfrm>
      </p:grpSpPr>
      <p:pic>
        <p:nvPicPr>
          <p:cNvPr id="159" name="Google Shape;159;p7"/>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160" name="Google Shape;160;p7"/>
          <p:cNvGrpSpPr/>
          <p:nvPr/>
        </p:nvGrpSpPr>
        <p:grpSpPr>
          <a:xfrm>
            <a:off x="-1376715" y="-272305"/>
            <a:ext cx="11705927" cy="5876310"/>
            <a:chOff x="-1376715" y="-272305"/>
            <a:chExt cx="11705927" cy="5876310"/>
          </a:xfrm>
        </p:grpSpPr>
        <p:grpSp>
          <p:nvGrpSpPr>
            <p:cNvPr id="161" name="Google Shape;161;p7"/>
            <p:cNvGrpSpPr/>
            <p:nvPr/>
          </p:nvGrpSpPr>
          <p:grpSpPr>
            <a:xfrm flipH="1">
              <a:off x="-455340" y="3216284"/>
              <a:ext cx="2922676" cy="2387722"/>
              <a:chOff x="322263" y="3765551"/>
              <a:chExt cx="3556000" cy="2905125"/>
            </a:xfrm>
          </p:grpSpPr>
          <p:sp>
            <p:nvSpPr>
              <p:cNvPr id="162" name="Google Shape;162;p7"/>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7"/>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7"/>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7"/>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7"/>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7" name="Google Shape;167;p7"/>
            <p:cNvGrpSpPr/>
            <p:nvPr/>
          </p:nvGrpSpPr>
          <p:grpSpPr>
            <a:xfrm>
              <a:off x="-1578" y="-272305"/>
              <a:ext cx="1736824" cy="2155756"/>
              <a:chOff x="-1587" y="190501"/>
              <a:chExt cx="2211388" cy="2744788"/>
            </a:xfrm>
          </p:grpSpPr>
          <p:sp>
            <p:nvSpPr>
              <p:cNvPr id="168" name="Google Shape;168;p7"/>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7"/>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7"/>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7"/>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7"/>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7"/>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7"/>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7"/>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7"/>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7"/>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8" name="Google Shape;178;p7"/>
            <p:cNvGrpSpPr/>
            <p:nvPr/>
          </p:nvGrpSpPr>
          <p:grpSpPr>
            <a:xfrm>
              <a:off x="-1376715" y="4094788"/>
              <a:ext cx="2927448" cy="1464313"/>
              <a:chOff x="5324385" y="4331663"/>
              <a:chExt cx="2927448" cy="1464313"/>
            </a:xfrm>
          </p:grpSpPr>
          <p:sp>
            <p:nvSpPr>
              <p:cNvPr id="179" name="Google Shape;179;p7"/>
              <p:cNvSpPr/>
              <p:nvPr/>
            </p:nvSpPr>
            <p:spPr>
              <a:xfrm>
                <a:off x="5324385" y="4331663"/>
                <a:ext cx="2927448" cy="1464313"/>
              </a:xfrm>
              <a:custGeom>
                <a:rect b="b" l="l" r="r" t="t"/>
                <a:pathLst>
                  <a:path extrusionOk="0" h="1243" w="2485">
                    <a:moveTo>
                      <a:pt x="2485" y="1243"/>
                    </a:moveTo>
                    <a:lnTo>
                      <a:pt x="1243" y="0"/>
                    </a:lnTo>
                    <a:lnTo>
                      <a:pt x="0" y="1243"/>
                    </a:lnTo>
                    <a:lnTo>
                      <a:pt x="2485" y="124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7"/>
              <p:cNvSpPr/>
              <p:nvPr/>
            </p:nvSpPr>
            <p:spPr>
              <a:xfrm>
                <a:off x="6788697" y="4331663"/>
                <a:ext cx="1463135" cy="1464313"/>
              </a:xfrm>
              <a:custGeom>
                <a:rect b="b" l="l" r="r" t="t"/>
                <a:pathLst>
                  <a:path extrusionOk="0" h="1243" w="1242">
                    <a:moveTo>
                      <a:pt x="1242" y="1243"/>
                    </a:moveTo>
                    <a:lnTo>
                      <a:pt x="0" y="0"/>
                    </a:lnTo>
                    <a:lnTo>
                      <a:pt x="0" y="1243"/>
                    </a:lnTo>
                    <a:lnTo>
                      <a:pt x="1242" y="12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81" name="Google Shape;181;p7"/>
            <p:cNvSpPr/>
            <p:nvPr/>
          </p:nvSpPr>
          <p:spPr>
            <a:xfrm flipH="1" rot="10800000">
              <a:off x="7475973" y="-1"/>
              <a:ext cx="1986474" cy="1318876"/>
            </a:xfrm>
            <a:custGeom>
              <a:rect b="b" l="l" r="r" t="t"/>
              <a:pathLst>
                <a:path extrusionOk="0" h="968" w="1458">
                  <a:moveTo>
                    <a:pt x="1458" y="490"/>
                  </a:moveTo>
                  <a:lnTo>
                    <a:pt x="967" y="0"/>
                  </a:lnTo>
                  <a:lnTo>
                    <a:pt x="692" y="276"/>
                  </a:lnTo>
                  <a:lnTo>
                    <a:pt x="0" y="968"/>
                  </a:lnTo>
                  <a:lnTo>
                    <a:pt x="464" y="968"/>
                  </a:lnTo>
                  <a:lnTo>
                    <a:pt x="967" y="465"/>
                  </a:lnTo>
                  <a:lnTo>
                    <a:pt x="1458" y="955"/>
                  </a:lnTo>
                  <a:lnTo>
                    <a:pt x="1458" y="4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82" name="Google Shape;182;p7"/>
            <p:cNvGrpSpPr/>
            <p:nvPr/>
          </p:nvGrpSpPr>
          <p:grpSpPr>
            <a:xfrm>
              <a:off x="8854729" y="577364"/>
              <a:ext cx="1474483" cy="1186085"/>
              <a:chOff x="8937625" y="190501"/>
              <a:chExt cx="1728788" cy="1390650"/>
            </a:xfrm>
          </p:grpSpPr>
          <p:sp>
            <p:nvSpPr>
              <p:cNvPr id="183" name="Google Shape;183;p7"/>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7"/>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 name="Google Shape;185;p7"/>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7"/>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7"/>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 name="Google Shape;188;p7"/>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 name="Google Shape;189;p7"/>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90" name="Google Shape;190;p7"/>
          <p:cNvSpPr txBox="1"/>
          <p:nvPr>
            <p:ph type="title"/>
          </p:nvPr>
        </p:nvSpPr>
        <p:spPr>
          <a:xfrm>
            <a:off x="4408100" y="647425"/>
            <a:ext cx="3918900" cy="10851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1" name="Google Shape;191;p7"/>
          <p:cNvSpPr txBox="1"/>
          <p:nvPr>
            <p:ph idx="1" type="subTitle"/>
          </p:nvPr>
        </p:nvSpPr>
        <p:spPr>
          <a:xfrm>
            <a:off x="4408100" y="1732475"/>
            <a:ext cx="3918900" cy="2763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192" name="Google Shape;192;p7"/>
          <p:cNvSpPr/>
          <p:nvPr>
            <p:ph idx="2" type="pic"/>
          </p:nvPr>
        </p:nvSpPr>
        <p:spPr>
          <a:xfrm>
            <a:off x="817012" y="678262"/>
            <a:ext cx="3253500" cy="37869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3" name="Shape 193"/>
        <p:cNvGrpSpPr/>
        <p:nvPr/>
      </p:nvGrpSpPr>
      <p:grpSpPr>
        <a:xfrm>
          <a:off x="0" y="0"/>
          <a:ext cx="0" cy="0"/>
          <a:chOff x="0" y="0"/>
          <a:chExt cx="0" cy="0"/>
        </a:xfrm>
      </p:grpSpPr>
      <p:pic>
        <p:nvPicPr>
          <p:cNvPr id="194" name="Google Shape;194;p8"/>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195" name="Google Shape;195;p8"/>
          <p:cNvGrpSpPr/>
          <p:nvPr/>
        </p:nvGrpSpPr>
        <p:grpSpPr>
          <a:xfrm>
            <a:off x="-1420096" y="-990600"/>
            <a:ext cx="12029664" cy="6786732"/>
            <a:chOff x="-1420096" y="-990600"/>
            <a:chExt cx="12029664" cy="6786732"/>
          </a:xfrm>
        </p:grpSpPr>
        <p:sp>
          <p:nvSpPr>
            <p:cNvPr id="196" name="Google Shape;196;p8"/>
            <p:cNvSpPr/>
            <p:nvPr/>
          </p:nvSpPr>
          <p:spPr>
            <a:xfrm>
              <a:off x="6211898" y="-990600"/>
              <a:ext cx="4397670" cy="2200201"/>
            </a:xfrm>
            <a:custGeom>
              <a:rect b="b" l="l" r="r" t="t"/>
              <a:pathLst>
                <a:path extrusionOk="0" h="1625" w="3248">
                  <a:moveTo>
                    <a:pt x="3248" y="0"/>
                  </a:moveTo>
                  <a:lnTo>
                    <a:pt x="2117" y="1132"/>
                  </a:lnTo>
                  <a:lnTo>
                    <a:pt x="1940" y="1309"/>
                  </a:lnTo>
                  <a:lnTo>
                    <a:pt x="1891" y="1360"/>
                  </a:lnTo>
                  <a:lnTo>
                    <a:pt x="1624" y="1625"/>
                  </a:lnTo>
                  <a:lnTo>
                    <a:pt x="0" y="0"/>
                  </a:lnTo>
                  <a:lnTo>
                    <a:pt x="533" y="0"/>
                  </a:lnTo>
                  <a:lnTo>
                    <a:pt x="1624" y="1092"/>
                  </a:lnTo>
                  <a:lnTo>
                    <a:pt x="1624" y="1092"/>
                  </a:lnTo>
                  <a:lnTo>
                    <a:pt x="1851" y="866"/>
                  </a:lnTo>
                  <a:lnTo>
                    <a:pt x="2716" y="0"/>
                  </a:lnTo>
                  <a:lnTo>
                    <a:pt x="324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7" name="Google Shape;197;p8"/>
            <p:cNvGrpSpPr/>
            <p:nvPr/>
          </p:nvGrpSpPr>
          <p:grpSpPr>
            <a:xfrm>
              <a:off x="8430829" y="710951"/>
              <a:ext cx="1474483" cy="1186085"/>
              <a:chOff x="8937625" y="190501"/>
              <a:chExt cx="1728788" cy="1390650"/>
            </a:xfrm>
          </p:grpSpPr>
          <p:sp>
            <p:nvSpPr>
              <p:cNvPr id="198" name="Google Shape;198;p8"/>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8"/>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8"/>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8"/>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8"/>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8"/>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8"/>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5" name="Google Shape;205;p8"/>
            <p:cNvGrpSpPr/>
            <p:nvPr/>
          </p:nvGrpSpPr>
          <p:grpSpPr>
            <a:xfrm>
              <a:off x="-1420096" y="3640239"/>
              <a:ext cx="2638908" cy="2155893"/>
              <a:chOff x="322263" y="3765551"/>
              <a:chExt cx="3556000" cy="2905125"/>
            </a:xfrm>
          </p:grpSpPr>
          <p:sp>
            <p:nvSpPr>
              <p:cNvPr id="206" name="Google Shape;206;p8"/>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8"/>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8"/>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8"/>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8"/>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1" name="Google Shape;211;p8"/>
            <p:cNvGrpSpPr/>
            <p:nvPr/>
          </p:nvGrpSpPr>
          <p:grpSpPr>
            <a:xfrm>
              <a:off x="-728590" y="4331663"/>
              <a:ext cx="2927448" cy="1464313"/>
              <a:chOff x="5324385" y="4331663"/>
              <a:chExt cx="2927448" cy="1464313"/>
            </a:xfrm>
          </p:grpSpPr>
          <p:sp>
            <p:nvSpPr>
              <p:cNvPr id="212" name="Google Shape;212;p8"/>
              <p:cNvSpPr/>
              <p:nvPr/>
            </p:nvSpPr>
            <p:spPr>
              <a:xfrm>
                <a:off x="5324385" y="4331663"/>
                <a:ext cx="2927448" cy="1464313"/>
              </a:xfrm>
              <a:custGeom>
                <a:rect b="b" l="l" r="r" t="t"/>
                <a:pathLst>
                  <a:path extrusionOk="0" h="1243" w="2485">
                    <a:moveTo>
                      <a:pt x="2485" y="1243"/>
                    </a:moveTo>
                    <a:lnTo>
                      <a:pt x="1243" y="0"/>
                    </a:lnTo>
                    <a:lnTo>
                      <a:pt x="0" y="1243"/>
                    </a:lnTo>
                    <a:lnTo>
                      <a:pt x="2485" y="124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8"/>
              <p:cNvSpPr/>
              <p:nvPr/>
            </p:nvSpPr>
            <p:spPr>
              <a:xfrm>
                <a:off x="6788697" y="4331663"/>
                <a:ext cx="1463135" cy="1464313"/>
              </a:xfrm>
              <a:custGeom>
                <a:rect b="b" l="l" r="r" t="t"/>
                <a:pathLst>
                  <a:path extrusionOk="0" h="1243" w="1242">
                    <a:moveTo>
                      <a:pt x="1242" y="1243"/>
                    </a:moveTo>
                    <a:lnTo>
                      <a:pt x="0" y="0"/>
                    </a:lnTo>
                    <a:lnTo>
                      <a:pt x="0" y="1243"/>
                    </a:lnTo>
                    <a:lnTo>
                      <a:pt x="1242" y="12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4" name="Google Shape;214;p8"/>
            <p:cNvGrpSpPr/>
            <p:nvPr/>
          </p:nvGrpSpPr>
          <p:grpSpPr>
            <a:xfrm>
              <a:off x="8251825" y="3252788"/>
              <a:ext cx="1076325" cy="2155825"/>
              <a:chOff x="11114088" y="357188"/>
              <a:chExt cx="1076325" cy="2155825"/>
            </a:xfrm>
          </p:grpSpPr>
          <p:sp>
            <p:nvSpPr>
              <p:cNvPr id="215" name="Google Shape;215;p8"/>
              <p:cNvSpPr/>
              <p:nvPr/>
            </p:nvSpPr>
            <p:spPr>
              <a:xfrm>
                <a:off x="12052300" y="357188"/>
                <a:ext cx="138113" cy="277813"/>
              </a:xfrm>
              <a:custGeom>
                <a:rect b="b" l="l" r="r" t="t"/>
                <a:pathLst>
                  <a:path extrusionOk="0" h="175" w="87">
                    <a:moveTo>
                      <a:pt x="87" y="175"/>
                    </a:moveTo>
                    <a:lnTo>
                      <a:pt x="87" y="0"/>
                    </a:lnTo>
                    <a:lnTo>
                      <a:pt x="59" y="29"/>
                    </a:lnTo>
                    <a:lnTo>
                      <a:pt x="59" y="29"/>
                    </a:lnTo>
                    <a:lnTo>
                      <a:pt x="0" y="87"/>
                    </a:lnTo>
                    <a:lnTo>
                      <a:pt x="87" y="1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8"/>
              <p:cNvSpPr/>
              <p:nvPr/>
            </p:nvSpPr>
            <p:spPr>
              <a:xfrm>
                <a:off x="11864975" y="577850"/>
                <a:ext cx="325438" cy="433388"/>
              </a:xfrm>
              <a:custGeom>
                <a:rect b="b" l="l" r="r" t="t"/>
                <a:pathLst>
                  <a:path extrusionOk="0" h="273" w="205">
                    <a:moveTo>
                      <a:pt x="205" y="139"/>
                    </a:moveTo>
                    <a:lnTo>
                      <a:pt x="66" y="0"/>
                    </a:lnTo>
                    <a:lnTo>
                      <a:pt x="0" y="67"/>
                    </a:lnTo>
                    <a:lnTo>
                      <a:pt x="205" y="273"/>
                    </a:lnTo>
                    <a:lnTo>
                      <a:pt x="205" y="139"/>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8"/>
              <p:cNvSpPr/>
              <p:nvPr/>
            </p:nvSpPr>
            <p:spPr>
              <a:xfrm>
                <a:off x="11676063" y="765176"/>
                <a:ext cx="514350" cy="620713"/>
              </a:xfrm>
              <a:custGeom>
                <a:rect b="b" l="l" r="r" t="t"/>
                <a:pathLst>
                  <a:path extrusionOk="0" h="391" w="324">
                    <a:moveTo>
                      <a:pt x="324" y="257"/>
                    </a:moveTo>
                    <a:lnTo>
                      <a:pt x="67" y="0"/>
                    </a:lnTo>
                    <a:lnTo>
                      <a:pt x="0" y="67"/>
                    </a:lnTo>
                    <a:lnTo>
                      <a:pt x="324" y="391"/>
                    </a:lnTo>
                    <a:lnTo>
                      <a:pt x="324" y="25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8"/>
              <p:cNvSpPr/>
              <p:nvPr/>
            </p:nvSpPr>
            <p:spPr>
              <a:xfrm>
                <a:off x="11114088" y="1328738"/>
                <a:ext cx="1076325" cy="1184275"/>
              </a:xfrm>
              <a:custGeom>
                <a:rect b="b" l="l" r="r" t="t"/>
                <a:pathLst>
                  <a:path extrusionOk="0" h="746" w="678">
                    <a:moveTo>
                      <a:pt x="678" y="611"/>
                    </a:moveTo>
                    <a:lnTo>
                      <a:pt x="67" y="0"/>
                    </a:lnTo>
                    <a:lnTo>
                      <a:pt x="0" y="67"/>
                    </a:lnTo>
                    <a:lnTo>
                      <a:pt x="678" y="746"/>
                    </a:lnTo>
                    <a:lnTo>
                      <a:pt x="678" y="61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8"/>
              <p:cNvSpPr/>
              <p:nvPr/>
            </p:nvSpPr>
            <p:spPr>
              <a:xfrm>
                <a:off x="11299825" y="1139826"/>
                <a:ext cx="890588" cy="996950"/>
              </a:xfrm>
              <a:custGeom>
                <a:rect b="b" l="l" r="r" t="t"/>
                <a:pathLst>
                  <a:path extrusionOk="0" h="628" w="561">
                    <a:moveTo>
                      <a:pt x="561" y="493"/>
                    </a:moveTo>
                    <a:lnTo>
                      <a:pt x="68" y="0"/>
                    </a:lnTo>
                    <a:lnTo>
                      <a:pt x="0" y="68"/>
                    </a:lnTo>
                    <a:lnTo>
                      <a:pt x="561" y="628"/>
                    </a:lnTo>
                    <a:lnTo>
                      <a:pt x="561" y="49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8"/>
              <p:cNvSpPr/>
              <p:nvPr/>
            </p:nvSpPr>
            <p:spPr>
              <a:xfrm>
                <a:off x="11488738" y="952501"/>
                <a:ext cx="701675" cy="809625"/>
              </a:xfrm>
              <a:custGeom>
                <a:rect b="b" l="l" r="r" t="t"/>
                <a:pathLst>
                  <a:path extrusionOk="0" h="510" w="442">
                    <a:moveTo>
                      <a:pt x="442" y="375"/>
                    </a:moveTo>
                    <a:lnTo>
                      <a:pt x="68" y="0"/>
                    </a:lnTo>
                    <a:lnTo>
                      <a:pt x="0" y="68"/>
                    </a:lnTo>
                    <a:lnTo>
                      <a:pt x="442" y="510"/>
                    </a:lnTo>
                    <a:lnTo>
                      <a:pt x="442" y="3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1" name="Google Shape;221;p8"/>
            <p:cNvGrpSpPr/>
            <p:nvPr/>
          </p:nvGrpSpPr>
          <p:grpSpPr>
            <a:xfrm>
              <a:off x="-1578" y="-272305"/>
              <a:ext cx="1736824" cy="2155756"/>
              <a:chOff x="-1587" y="190501"/>
              <a:chExt cx="2211388" cy="2744788"/>
            </a:xfrm>
          </p:grpSpPr>
          <p:sp>
            <p:nvSpPr>
              <p:cNvPr id="222" name="Google Shape;222;p8"/>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 name="Google Shape;223;p8"/>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 name="Google Shape;224;p8"/>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8"/>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8"/>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 name="Google Shape;227;p8"/>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 name="Google Shape;228;p8"/>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8"/>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 name="Google Shape;230;p8"/>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 name="Google Shape;231;p8"/>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232" name="Google Shape;232;p8"/>
          <p:cNvSpPr txBox="1"/>
          <p:nvPr>
            <p:ph type="title"/>
          </p:nvPr>
        </p:nvSpPr>
        <p:spPr>
          <a:xfrm>
            <a:off x="1547250" y="974775"/>
            <a:ext cx="6049500" cy="319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33" name="Shape 233"/>
        <p:cNvGrpSpPr/>
        <p:nvPr/>
      </p:nvGrpSpPr>
      <p:grpSpPr>
        <a:xfrm>
          <a:off x="0" y="0"/>
          <a:ext cx="0" cy="0"/>
          <a:chOff x="0" y="0"/>
          <a:chExt cx="0" cy="0"/>
        </a:xfrm>
      </p:grpSpPr>
      <p:pic>
        <p:nvPicPr>
          <p:cNvPr id="234" name="Google Shape;234;p9"/>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235" name="Google Shape;235;p9"/>
          <p:cNvGrpSpPr/>
          <p:nvPr/>
        </p:nvGrpSpPr>
        <p:grpSpPr>
          <a:xfrm>
            <a:off x="-950428" y="-272305"/>
            <a:ext cx="10793965" cy="5900712"/>
            <a:chOff x="-950428" y="-272305"/>
            <a:chExt cx="10793965" cy="5900712"/>
          </a:xfrm>
        </p:grpSpPr>
        <p:grpSp>
          <p:nvGrpSpPr>
            <p:cNvPr id="236" name="Google Shape;236;p9"/>
            <p:cNvGrpSpPr/>
            <p:nvPr/>
          </p:nvGrpSpPr>
          <p:grpSpPr>
            <a:xfrm flipH="1">
              <a:off x="7984097" y="-272305"/>
              <a:ext cx="1736824" cy="2155756"/>
              <a:chOff x="-1587" y="190501"/>
              <a:chExt cx="2211388" cy="2744788"/>
            </a:xfrm>
          </p:grpSpPr>
          <p:sp>
            <p:nvSpPr>
              <p:cNvPr id="237" name="Google Shape;237;p9"/>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 name="Google Shape;238;p9"/>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 name="Google Shape;239;p9"/>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 name="Google Shape;240;p9"/>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 name="Google Shape;241;p9"/>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 name="Google Shape;242;p9"/>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 name="Google Shape;243;p9"/>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4" name="Google Shape;244;p9"/>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 name="Google Shape;245;p9"/>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9"/>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47" name="Google Shape;247;p9"/>
            <p:cNvSpPr/>
            <p:nvPr/>
          </p:nvSpPr>
          <p:spPr>
            <a:xfrm>
              <a:off x="-950428" y="-135350"/>
              <a:ext cx="2136323" cy="1068823"/>
            </a:xfrm>
            <a:custGeom>
              <a:rect b="b" l="l" r="r" t="t"/>
              <a:pathLst>
                <a:path extrusionOk="0" h="1625" w="3248">
                  <a:moveTo>
                    <a:pt x="3248" y="0"/>
                  </a:moveTo>
                  <a:lnTo>
                    <a:pt x="2117" y="1132"/>
                  </a:lnTo>
                  <a:lnTo>
                    <a:pt x="1940" y="1309"/>
                  </a:lnTo>
                  <a:lnTo>
                    <a:pt x="1891" y="1360"/>
                  </a:lnTo>
                  <a:lnTo>
                    <a:pt x="1624" y="1625"/>
                  </a:lnTo>
                  <a:lnTo>
                    <a:pt x="0" y="0"/>
                  </a:lnTo>
                  <a:lnTo>
                    <a:pt x="533" y="0"/>
                  </a:lnTo>
                  <a:lnTo>
                    <a:pt x="1624" y="1092"/>
                  </a:lnTo>
                  <a:lnTo>
                    <a:pt x="1624" y="1092"/>
                  </a:lnTo>
                  <a:lnTo>
                    <a:pt x="1851" y="866"/>
                  </a:lnTo>
                  <a:lnTo>
                    <a:pt x="2716" y="0"/>
                  </a:lnTo>
                  <a:lnTo>
                    <a:pt x="324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48" name="Google Shape;248;p9"/>
            <p:cNvGrpSpPr/>
            <p:nvPr/>
          </p:nvGrpSpPr>
          <p:grpSpPr>
            <a:xfrm>
              <a:off x="7204629" y="3472514"/>
              <a:ext cx="2638908" cy="2155893"/>
              <a:chOff x="322263" y="3765551"/>
              <a:chExt cx="3556000" cy="2905125"/>
            </a:xfrm>
          </p:grpSpPr>
          <p:sp>
            <p:nvSpPr>
              <p:cNvPr id="249" name="Google Shape;249;p9"/>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 name="Google Shape;250;p9"/>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 name="Google Shape;251;p9"/>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 name="Google Shape;252;p9"/>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 name="Google Shape;253;p9"/>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4" name="Google Shape;254;p9"/>
            <p:cNvGrpSpPr/>
            <p:nvPr/>
          </p:nvGrpSpPr>
          <p:grpSpPr>
            <a:xfrm flipH="1" rot="10800000">
              <a:off x="-288571" y="3957426"/>
              <a:ext cx="1474483" cy="1186085"/>
              <a:chOff x="8937625" y="190501"/>
              <a:chExt cx="1728788" cy="1390650"/>
            </a:xfrm>
          </p:grpSpPr>
          <p:sp>
            <p:nvSpPr>
              <p:cNvPr id="255" name="Google Shape;255;p9"/>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9"/>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9"/>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9"/>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 name="Google Shape;259;p9"/>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 name="Google Shape;260;p9"/>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9"/>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262" name="Google Shape;262;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3" name="Google Shape;263;p9"/>
          <p:cNvSpPr txBox="1"/>
          <p:nvPr>
            <p:ph idx="1" type="subTitle"/>
          </p:nvPr>
        </p:nvSpPr>
        <p:spPr>
          <a:xfrm>
            <a:off x="4606074" y="1408725"/>
            <a:ext cx="3824700" cy="3133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4" name="Google Shape;264;p9"/>
          <p:cNvSpPr txBox="1"/>
          <p:nvPr>
            <p:ph idx="2" type="subTitle"/>
          </p:nvPr>
        </p:nvSpPr>
        <p:spPr>
          <a:xfrm>
            <a:off x="713225" y="1408725"/>
            <a:ext cx="3824700" cy="3133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5" name="Shape 265"/>
        <p:cNvGrpSpPr/>
        <p:nvPr/>
      </p:nvGrpSpPr>
      <p:grpSpPr>
        <a:xfrm>
          <a:off x="0" y="0"/>
          <a:ext cx="0" cy="0"/>
          <a:chOff x="0" y="0"/>
          <a:chExt cx="0" cy="0"/>
        </a:xfrm>
      </p:grpSpPr>
      <p:sp>
        <p:nvSpPr>
          <p:cNvPr id="266" name="Google Shape;266;p10"/>
          <p:cNvSpPr/>
          <p:nvPr>
            <p:ph idx="2" type="pic"/>
          </p:nvPr>
        </p:nvSpPr>
        <p:spPr>
          <a:xfrm>
            <a:off x="-25" y="-13725"/>
            <a:ext cx="9144000" cy="5157300"/>
          </a:xfrm>
          <a:prstGeom prst="rect">
            <a:avLst/>
          </a:prstGeom>
          <a:noFill/>
          <a:ln>
            <a:noFill/>
          </a:ln>
        </p:spPr>
      </p:sp>
      <p:sp>
        <p:nvSpPr>
          <p:cNvPr id="267" name="Google Shape;267;p10"/>
          <p:cNvSpPr txBox="1"/>
          <p:nvPr>
            <p:ph type="title"/>
          </p:nvPr>
        </p:nvSpPr>
        <p:spPr>
          <a:xfrm>
            <a:off x="1223925" y="4014825"/>
            <a:ext cx="6696300" cy="5724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SzPts val="3000"/>
              <a:buNone/>
              <a:defRPr sz="2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8" name="Shape 268"/>
        <p:cNvGrpSpPr/>
        <p:nvPr/>
      </p:nvGrpSpPr>
      <p:grpSpPr>
        <a:xfrm>
          <a:off x="0" y="0"/>
          <a:ext cx="0" cy="0"/>
          <a:chOff x="0" y="0"/>
          <a:chExt cx="0" cy="0"/>
        </a:xfrm>
      </p:grpSpPr>
      <p:pic>
        <p:nvPicPr>
          <p:cNvPr id="269" name="Google Shape;269;p11"/>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270" name="Google Shape;270;p11"/>
          <p:cNvGrpSpPr/>
          <p:nvPr/>
        </p:nvGrpSpPr>
        <p:grpSpPr>
          <a:xfrm>
            <a:off x="-942633" y="-537411"/>
            <a:ext cx="11552202" cy="5703138"/>
            <a:chOff x="-942633" y="-537411"/>
            <a:chExt cx="11552202" cy="5703138"/>
          </a:xfrm>
        </p:grpSpPr>
        <p:grpSp>
          <p:nvGrpSpPr>
            <p:cNvPr id="271" name="Google Shape;271;p11"/>
            <p:cNvGrpSpPr/>
            <p:nvPr/>
          </p:nvGrpSpPr>
          <p:grpSpPr>
            <a:xfrm flipH="1" rot="10800000">
              <a:off x="8130554" y="3979641"/>
              <a:ext cx="1474483" cy="1186085"/>
              <a:chOff x="8937625" y="190501"/>
              <a:chExt cx="1728788" cy="1390650"/>
            </a:xfrm>
          </p:grpSpPr>
          <p:sp>
            <p:nvSpPr>
              <p:cNvPr id="272" name="Google Shape;272;p11"/>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 name="Google Shape;273;p11"/>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11"/>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11"/>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 name="Google Shape;276;p11"/>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11"/>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8" name="Google Shape;278;p11"/>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9" name="Google Shape;279;p11"/>
            <p:cNvGrpSpPr/>
            <p:nvPr/>
          </p:nvGrpSpPr>
          <p:grpSpPr>
            <a:xfrm flipH="1" rot="10800000">
              <a:off x="8251825" y="-537411"/>
              <a:ext cx="1076325" cy="2155825"/>
              <a:chOff x="11114088" y="357188"/>
              <a:chExt cx="1076325" cy="2155825"/>
            </a:xfrm>
          </p:grpSpPr>
          <p:sp>
            <p:nvSpPr>
              <p:cNvPr id="280" name="Google Shape;280;p11"/>
              <p:cNvSpPr/>
              <p:nvPr/>
            </p:nvSpPr>
            <p:spPr>
              <a:xfrm>
                <a:off x="12052300" y="357188"/>
                <a:ext cx="138113" cy="277813"/>
              </a:xfrm>
              <a:custGeom>
                <a:rect b="b" l="l" r="r" t="t"/>
                <a:pathLst>
                  <a:path extrusionOk="0" h="175" w="87">
                    <a:moveTo>
                      <a:pt x="87" y="175"/>
                    </a:moveTo>
                    <a:lnTo>
                      <a:pt x="87" y="0"/>
                    </a:lnTo>
                    <a:lnTo>
                      <a:pt x="59" y="29"/>
                    </a:lnTo>
                    <a:lnTo>
                      <a:pt x="59" y="29"/>
                    </a:lnTo>
                    <a:lnTo>
                      <a:pt x="0" y="87"/>
                    </a:lnTo>
                    <a:lnTo>
                      <a:pt x="87" y="1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 name="Google Shape;281;p11"/>
              <p:cNvSpPr/>
              <p:nvPr/>
            </p:nvSpPr>
            <p:spPr>
              <a:xfrm>
                <a:off x="11864975" y="577850"/>
                <a:ext cx="325438" cy="433388"/>
              </a:xfrm>
              <a:custGeom>
                <a:rect b="b" l="l" r="r" t="t"/>
                <a:pathLst>
                  <a:path extrusionOk="0" h="273" w="205">
                    <a:moveTo>
                      <a:pt x="205" y="139"/>
                    </a:moveTo>
                    <a:lnTo>
                      <a:pt x="66" y="0"/>
                    </a:lnTo>
                    <a:lnTo>
                      <a:pt x="0" y="67"/>
                    </a:lnTo>
                    <a:lnTo>
                      <a:pt x="205" y="273"/>
                    </a:lnTo>
                    <a:lnTo>
                      <a:pt x="205" y="139"/>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 name="Google Shape;282;p11"/>
              <p:cNvSpPr/>
              <p:nvPr/>
            </p:nvSpPr>
            <p:spPr>
              <a:xfrm>
                <a:off x="11676063" y="765176"/>
                <a:ext cx="514350" cy="620713"/>
              </a:xfrm>
              <a:custGeom>
                <a:rect b="b" l="l" r="r" t="t"/>
                <a:pathLst>
                  <a:path extrusionOk="0" h="391" w="324">
                    <a:moveTo>
                      <a:pt x="324" y="257"/>
                    </a:moveTo>
                    <a:lnTo>
                      <a:pt x="67" y="0"/>
                    </a:lnTo>
                    <a:lnTo>
                      <a:pt x="0" y="67"/>
                    </a:lnTo>
                    <a:lnTo>
                      <a:pt x="324" y="391"/>
                    </a:lnTo>
                    <a:lnTo>
                      <a:pt x="324" y="25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 name="Google Shape;283;p11"/>
              <p:cNvSpPr/>
              <p:nvPr/>
            </p:nvSpPr>
            <p:spPr>
              <a:xfrm>
                <a:off x="11114088" y="1328738"/>
                <a:ext cx="1076325" cy="1184275"/>
              </a:xfrm>
              <a:custGeom>
                <a:rect b="b" l="l" r="r" t="t"/>
                <a:pathLst>
                  <a:path extrusionOk="0" h="746" w="678">
                    <a:moveTo>
                      <a:pt x="678" y="611"/>
                    </a:moveTo>
                    <a:lnTo>
                      <a:pt x="67" y="0"/>
                    </a:lnTo>
                    <a:lnTo>
                      <a:pt x="0" y="67"/>
                    </a:lnTo>
                    <a:lnTo>
                      <a:pt x="678" y="746"/>
                    </a:lnTo>
                    <a:lnTo>
                      <a:pt x="678" y="61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 name="Google Shape;284;p11"/>
              <p:cNvSpPr/>
              <p:nvPr/>
            </p:nvSpPr>
            <p:spPr>
              <a:xfrm>
                <a:off x="11299825" y="1139826"/>
                <a:ext cx="890588" cy="996950"/>
              </a:xfrm>
              <a:custGeom>
                <a:rect b="b" l="l" r="r" t="t"/>
                <a:pathLst>
                  <a:path extrusionOk="0" h="628" w="561">
                    <a:moveTo>
                      <a:pt x="561" y="493"/>
                    </a:moveTo>
                    <a:lnTo>
                      <a:pt x="68" y="0"/>
                    </a:lnTo>
                    <a:lnTo>
                      <a:pt x="0" y="68"/>
                    </a:lnTo>
                    <a:lnTo>
                      <a:pt x="561" y="628"/>
                    </a:lnTo>
                    <a:lnTo>
                      <a:pt x="561" y="49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11"/>
              <p:cNvSpPr/>
              <p:nvPr/>
            </p:nvSpPr>
            <p:spPr>
              <a:xfrm>
                <a:off x="11488738" y="952501"/>
                <a:ext cx="701675" cy="809625"/>
              </a:xfrm>
              <a:custGeom>
                <a:rect b="b" l="l" r="r" t="t"/>
                <a:pathLst>
                  <a:path extrusionOk="0" h="510" w="442">
                    <a:moveTo>
                      <a:pt x="442" y="375"/>
                    </a:moveTo>
                    <a:lnTo>
                      <a:pt x="68" y="0"/>
                    </a:lnTo>
                    <a:lnTo>
                      <a:pt x="0" y="68"/>
                    </a:lnTo>
                    <a:lnTo>
                      <a:pt x="442" y="510"/>
                    </a:lnTo>
                    <a:lnTo>
                      <a:pt x="442" y="3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86" name="Google Shape;286;p11"/>
            <p:cNvSpPr/>
            <p:nvPr/>
          </p:nvSpPr>
          <p:spPr>
            <a:xfrm flipH="1" rot="10800000">
              <a:off x="6211898" y="2965526"/>
              <a:ext cx="4397670" cy="2200201"/>
            </a:xfrm>
            <a:custGeom>
              <a:rect b="b" l="l" r="r" t="t"/>
              <a:pathLst>
                <a:path extrusionOk="0" h="1625" w="3248">
                  <a:moveTo>
                    <a:pt x="3248" y="0"/>
                  </a:moveTo>
                  <a:lnTo>
                    <a:pt x="2117" y="1132"/>
                  </a:lnTo>
                  <a:lnTo>
                    <a:pt x="1940" y="1309"/>
                  </a:lnTo>
                  <a:lnTo>
                    <a:pt x="1891" y="1360"/>
                  </a:lnTo>
                  <a:lnTo>
                    <a:pt x="1624" y="1625"/>
                  </a:lnTo>
                  <a:lnTo>
                    <a:pt x="0" y="0"/>
                  </a:lnTo>
                  <a:lnTo>
                    <a:pt x="533" y="0"/>
                  </a:lnTo>
                  <a:lnTo>
                    <a:pt x="1624" y="1092"/>
                  </a:lnTo>
                  <a:lnTo>
                    <a:pt x="1624" y="1092"/>
                  </a:lnTo>
                  <a:lnTo>
                    <a:pt x="1851" y="866"/>
                  </a:lnTo>
                  <a:lnTo>
                    <a:pt x="2716" y="0"/>
                  </a:lnTo>
                  <a:lnTo>
                    <a:pt x="324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87" name="Google Shape;287;p11"/>
            <p:cNvGrpSpPr/>
            <p:nvPr/>
          </p:nvGrpSpPr>
          <p:grpSpPr>
            <a:xfrm flipH="1" rot="10800000">
              <a:off x="-942633" y="-448680"/>
              <a:ext cx="2638908" cy="2155893"/>
              <a:chOff x="322263" y="3765551"/>
              <a:chExt cx="3556000" cy="2905125"/>
            </a:xfrm>
          </p:grpSpPr>
          <p:sp>
            <p:nvSpPr>
              <p:cNvPr id="288" name="Google Shape;288;p11"/>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 name="Google Shape;289;p11"/>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 name="Google Shape;290;p11"/>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 name="Google Shape;291;p11"/>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 name="Google Shape;292;p11"/>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3" name="Google Shape;293;p11"/>
            <p:cNvGrpSpPr/>
            <p:nvPr/>
          </p:nvGrpSpPr>
          <p:grpSpPr>
            <a:xfrm flipH="1" rot="10800000">
              <a:off x="-251128" y="-448524"/>
              <a:ext cx="2927448" cy="1464313"/>
              <a:chOff x="5324385" y="4331663"/>
              <a:chExt cx="2927448" cy="1464313"/>
            </a:xfrm>
          </p:grpSpPr>
          <p:sp>
            <p:nvSpPr>
              <p:cNvPr id="294" name="Google Shape;294;p11"/>
              <p:cNvSpPr/>
              <p:nvPr/>
            </p:nvSpPr>
            <p:spPr>
              <a:xfrm>
                <a:off x="5324385" y="4331663"/>
                <a:ext cx="2927448" cy="1464313"/>
              </a:xfrm>
              <a:custGeom>
                <a:rect b="b" l="l" r="r" t="t"/>
                <a:pathLst>
                  <a:path extrusionOk="0" h="1243" w="2485">
                    <a:moveTo>
                      <a:pt x="2485" y="1243"/>
                    </a:moveTo>
                    <a:lnTo>
                      <a:pt x="1243" y="0"/>
                    </a:lnTo>
                    <a:lnTo>
                      <a:pt x="0" y="1243"/>
                    </a:lnTo>
                    <a:lnTo>
                      <a:pt x="2485" y="124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 name="Google Shape;295;p11"/>
              <p:cNvSpPr/>
              <p:nvPr/>
            </p:nvSpPr>
            <p:spPr>
              <a:xfrm>
                <a:off x="6788697" y="4331663"/>
                <a:ext cx="1463135" cy="1464313"/>
              </a:xfrm>
              <a:custGeom>
                <a:rect b="b" l="l" r="r" t="t"/>
                <a:pathLst>
                  <a:path extrusionOk="0" h="1243" w="1242">
                    <a:moveTo>
                      <a:pt x="1242" y="1243"/>
                    </a:moveTo>
                    <a:lnTo>
                      <a:pt x="0" y="0"/>
                    </a:lnTo>
                    <a:lnTo>
                      <a:pt x="0" y="1243"/>
                    </a:lnTo>
                    <a:lnTo>
                      <a:pt x="1242" y="12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6" name="Google Shape;296;p11"/>
            <p:cNvGrpSpPr/>
            <p:nvPr/>
          </p:nvGrpSpPr>
          <p:grpSpPr>
            <a:xfrm flipH="1" rot="10800000">
              <a:off x="-1578" y="2987751"/>
              <a:ext cx="1736824" cy="2155756"/>
              <a:chOff x="-1587" y="190501"/>
              <a:chExt cx="2211388" cy="2744788"/>
            </a:xfrm>
          </p:grpSpPr>
          <p:sp>
            <p:nvSpPr>
              <p:cNvPr id="297" name="Google Shape;297;p11"/>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11"/>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11"/>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11"/>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11"/>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 name="Google Shape;302;p11"/>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11"/>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11"/>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11"/>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 name="Google Shape;306;p11"/>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07" name="Google Shape;307;p11"/>
          <p:cNvSpPr txBox="1"/>
          <p:nvPr>
            <p:ph hasCustomPrompt="1" type="title"/>
          </p:nvPr>
        </p:nvSpPr>
        <p:spPr>
          <a:xfrm>
            <a:off x="2129950" y="1475400"/>
            <a:ext cx="4827300" cy="11766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i="1"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08" name="Google Shape;308;p11"/>
          <p:cNvSpPr txBox="1"/>
          <p:nvPr>
            <p:ph idx="1" type="subTitle"/>
          </p:nvPr>
        </p:nvSpPr>
        <p:spPr>
          <a:xfrm>
            <a:off x="2129950" y="2652300"/>
            <a:ext cx="4827300" cy="101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09" name="Shape 30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10" name="Shape 310"/>
        <p:cNvGrpSpPr/>
        <p:nvPr/>
      </p:nvGrpSpPr>
      <p:grpSpPr>
        <a:xfrm>
          <a:off x="0" y="0"/>
          <a:ext cx="0" cy="0"/>
          <a:chOff x="0" y="0"/>
          <a:chExt cx="0" cy="0"/>
        </a:xfrm>
      </p:grpSpPr>
      <p:pic>
        <p:nvPicPr>
          <p:cNvPr id="311" name="Google Shape;311;p13"/>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312" name="Google Shape;312;p13"/>
          <p:cNvGrpSpPr/>
          <p:nvPr/>
        </p:nvGrpSpPr>
        <p:grpSpPr>
          <a:xfrm>
            <a:off x="9" y="-206880"/>
            <a:ext cx="10565108" cy="5663727"/>
            <a:chOff x="9" y="-206880"/>
            <a:chExt cx="10565108" cy="5663727"/>
          </a:xfrm>
        </p:grpSpPr>
        <p:grpSp>
          <p:nvGrpSpPr>
            <p:cNvPr id="313" name="Google Shape;313;p13"/>
            <p:cNvGrpSpPr/>
            <p:nvPr/>
          </p:nvGrpSpPr>
          <p:grpSpPr>
            <a:xfrm flipH="1" rot="10800000">
              <a:off x="8220940" y="3918892"/>
              <a:ext cx="1522370" cy="1224606"/>
              <a:chOff x="8937625" y="190501"/>
              <a:chExt cx="1728788" cy="1390650"/>
            </a:xfrm>
          </p:grpSpPr>
          <p:sp>
            <p:nvSpPr>
              <p:cNvPr id="314" name="Google Shape;314;p13"/>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13"/>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 name="Google Shape;316;p13"/>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 name="Google Shape;317;p13"/>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 name="Google Shape;318;p13"/>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13"/>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 name="Google Shape;320;p13"/>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21" name="Google Shape;321;p13"/>
            <p:cNvSpPr/>
            <p:nvPr/>
          </p:nvSpPr>
          <p:spPr>
            <a:xfrm flipH="1">
              <a:off x="7749273" y="-206880"/>
              <a:ext cx="2815843" cy="2818723"/>
            </a:xfrm>
            <a:custGeom>
              <a:rect b="b" l="l" r="r" t="t"/>
              <a:pathLst>
                <a:path extrusionOk="0" h="2929" w="2926">
                  <a:moveTo>
                    <a:pt x="2926" y="0"/>
                  </a:moveTo>
                  <a:lnTo>
                    <a:pt x="0" y="2929"/>
                  </a:lnTo>
                  <a:lnTo>
                    <a:pt x="0" y="2309"/>
                  </a:lnTo>
                  <a:lnTo>
                    <a:pt x="2308" y="0"/>
                  </a:lnTo>
                  <a:lnTo>
                    <a:pt x="292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22" name="Google Shape;322;p13"/>
            <p:cNvGrpSpPr/>
            <p:nvPr/>
          </p:nvGrpSpPr>
          <p:grpSpPr>
            <a:xfrm flipH="1">
              <a:off x="9" y="3751158"/>
              <a:ext cx="851588" cy="1705689"/>
              <a:chOff x="11114088" y="357188"/>
              <a:chExt cx="1076325" cy="2155825"/>
            </a:xfrm>
          </p:grpSpPr>
          <p:sp>
            <p:nvSpPr>
              <p:cNvPr id="323" name="Google Shape;323;p13"/>
              <p:cNvSpPr/>
              <p:nvPr/>
            </p:nvSpPr>
            <p:spPr>
              <a:xfrm>
                <a:off x="12052300" y="357188"/>
                <a:ext cx="138113" cy="277813"/>
              </a:xfrm>
              <a:custGeom>
                <a:rect b="b" l="l" r="r" t="t"/>
                <a:pathLst>
                  <a:path extrusionOk="0" h="175" w="87">
                    <a:moveTo>
                      <a:pt x="87" y="175"/>
                    </a:moveTo>
                    <a:lnTo>
                      <a:pt x="87" y="0"/>
                    </a:lnTo>
                    <a:lnTo>
                      <a:pt x="59" y="29"/>
                    </a:lnTo>
                    <a:lnTo>
                      <a:pt x="59" y="29"/>
                    </a:lnTo>
                    <a:lnTo>
                      <a:pt x="0" y="87"/>
                    </a:lnTo>
                    <a:lnTo>
                      <a:pt x="87" y="17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13"/>
              <p:cNvSpPr/>
              <p:nvPr/>
            </p:nvSpPr>
            <p:spPr>
              <a:xfrm>
                <a:off x="11864975" y="577850"/>
                <a:ext cx="325438" cy="433388"/>
              </a:xfrm>
              <a:custGeom>
                <a:rect b="b" l="l" r="r" t="t"/>
                <a:pathLst>
                  <a:path extrusionOk="0" h="273" w="205">
                    <a:moveTo>
                      <a:pt x="205" y="139"/>
                    </a:moveTo>
                    <a:lnTo>
                      <a:pt x="66" y="0"/>
                    </a:lnTo>
                    <a:lnTo>
                      <a:pt x="0" y="67"/>
                    </a:lnTo>
                    <a:lnTo>
                      <a:pt x="205" y="273"/>
                    </a:lnTo>
                    <a:lnTo>
                      <a:pt x="205" y="13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13"/>
              <p:cNvSpPr/>
              <p:nvPr/>
            </p:nvSpPr>
            <p:spPr>
              <a:xfrm>
                <a:off x="11676063" y="765176"/>
                <a:ext cx="514350" cy="620713"/>
              </a:xfrm>
              <a:custGeom>
                <a:rect b="b" l="l" r="r" t="t"/>
                <a:pathLst>
                  <a:path extrusionOk="0" h="391" w="324">
                    <a:moveTo>
                      <a:pt x="324" y="257"/>
                    </a:moveTo>
                    <a:lnTo>
                      <a:pt x="67" y="0"/>
                    </a:lnTo>
                    <a:lnTo>
                      <a:pt x="0" y="67"/>
                    </a:lnTo>
                    <a:lnTo>
                      <a:pt x="324" y="391"/>
                    </a:lnTo>
                    <a:lnTo>
                      <a:pt x="324" y="25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13"/>
              <p:cNvSpPr/>
              <p:nvPr/>
            </p:nvSpPr>
            <p:spPr>
              <a:xfrm>
                <a:off x="11114088" y="1328738"/>
                <a:ext cx="1076325" cy="1184275"/>
              </a:xfrm>
              <a:custGeom>
                <a:rect b="b" l="l" r="r" t="t"/>
                <a:pathLst>
                  <a:path extrusionOk="0" h="746" w="678">
                    <a:moveTo>
                      <a:pt x="678" y="611"/>
                    </a:moveTo>
                    <a:lnTo>
                      <a:pt x="67" y="0"/>
                    </a:lnTo>
                    <a:lnTo>
                      <a:pt x="0" y="67"/>
                    </a:lnTo>
                    <a:lnTo>
                      <a:pt x="678" y="746"/>
                    </a:lnTo>
                    <a:lnTo>
                      <a:pt x="678" y="61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13"/>
              <p:cNvSpPr/>
              <p:nvPr/>
            </p:nvSpPr>
            <p:spPr>
              <a:xfrm>
                <a:off x="11299825" y="1139826"/>
                <a:ext cx="890588" cy="996950"/>
              </a:xfrm>
              <a:custGeom>
                <a:rect b="b" l="l" r="r" t="t"/>
                <a:pathLst>
                  <a:path extrusionOk="0" h="628" w="561">
                    <a:moveTo>
                      <a:pt x="561" y="493"/>
                    </a:moveTo>
                    <a:lnTo>
                      <a:pt x="68" y="0"/>
                    </a:lnTo>
                    <a:lnTo>
                      <a:pt x="0" y="68"/>
                    </a:lnTo>
                    <a:lnTo>
                      <a:pt x="561" y="628"/>
                    </a:lnTo>
                    <a:lnTo>
                      <a:pt x="561" y="49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13"/>
              <p:cNvSpPr/>
              <p:nvPr/>
            </p:nvSpPr>
            <p:spPr>
              <a:xfrm>
                <a:off x="11488738" y="952501"/>
                <a:ext cx="701675" cy="809625"/>
              </a:xfrm>
              <a:custGeom>
                <a:rect b="b" l="l" r="r" t="t"/>
                <a:pathLst>
                  <a:path extrusionOk="0" h="510" w="442">
                    <a:moveTo>
                      <a:pt x="442" y="375"/>
                    </a:moveTo>
                    <a:lnTo>
                      <a:pt x="68" y="0"/>
                    </a:lnTo>
                    <a:lnTo>
                      <a:pt x="0" y="68"/>
                    </a:lnTo>
                    <a:lnTo>
                      <a:pt x="442" y="510"/>
                    </a:lnTo>
                    <a:lnTo>
                      <a:pt x="442" y="37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29" name="Google Shape;329;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0" name="Google Shape;330;p13"/>
          <p:cNvSpPr txBox="1"/>
          <p:nvPr>
            <p:ph idx="1" type="subTitle"/>
          </p:nvPr>
        </p:nvSpPr>
        <p:spPr>
          <a:xfrm>
            <a:off x="1016788" y="2804150"/>
            <a:ext cx="2164500" cy="1114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1" name="Google Shape;331;p13"/>
          <p:cNvSpPr txBox="1"/>
          <p:nvPr>
            <p:ph idx="2" type="subTitle"/>
          </p:nvPr>
        </p:nvSpPr>
        <p:spPr>
          <a:xfrm>
            <a:off x="3486570" y="2804150"/>
            <a:ext cx="2164500" cy="1114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2" name="Google Shape;332;p13"/>
          <p:cNvSpPr txBox="1"/>
          <p:nvPr>
            <p:ph idx="3" type="subTitle"/>
          </p:nvPr>
        </p:nvSpPr>
        <p:spPr>
          <a:xfrm>
            <a:off x="5962656" y="2804150"/>
            <a:ext cx="2164500" cy="1114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3" name="Google Shape;333;p13"/>
          <p:cNvSpPr txBox="1"/>
          <p:nvPr>
            <p:ph idx="4" type="subTitle"/>
          </p:nvPr>
        </p:nvSpPr>
        <p:spPr>
          <a:xfrm>
            <a:off x="1016788" y="2018425"/>
            <a:ext cx="2164500" cy="861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000">
                <a:solidFill>
                  <a:schemeClr val="dk1"/>
                </a:solidFill>
                <a:latin typeface="Crimson Text SemiBold"/>
                <a:ea typeface="Crimson Text SemiBold"/>
                <a:cs typeface="Crimson Text SemiBold"/>
                <a:sym typeface="Crimson Text SemiBold"/>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34" name="Google Shape;334;p13"/>
          <p:cNvSpPr txBox="1"/>
          <p:nvPr>
            <p:ph idx="5" type="subTitle"/>
          </p:nvPr>
        </p:nvSpPr>
        <p:spPr>
          <a:xfrm>
            <a:off x="3486574" y="2018425"/>
            <a:ext cx="2164500" cy="861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000">
                <a:solidFill>
                  <a:schemeClr val="dk1"/>
                </a:solidFill>
                <a:latin typeface="Crimson Text SemiBold"/>
                <a:ea typeface="Crimson Text SemiBold"/>
                <a:cs typeface="Crimson Text SemiBold"/>
                <a:sym typeface="Crimson Text SemiBold"/>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35" name="Google Shape;335;p13"/>
          <p:cNvSpPr txBox="1"/>
          <p:nvPr>
            <p:ph idx="6" type="subTitle"/>
          </p:nvPr>
        </p:nvSpPr>
        <p:spPr>
          <a:xfrm>
            <a:off x="5962656" y="2018425"/>
            <a:ext cx="2164500" cy="861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000">
                <a:solidFill>
                  <a:schemeClr val="dk1"/>
                </a:solidFill>
                <a:latin typeface="Crimson Text SemiBold"/>
                <a:ea typeface="Crimson Text SemiBold"/>
                <a:cs typeface="Crimson Text SemiBold"/>
                <a:sym typeface="Crimson Text SemiBold"/>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36" name="Shape 336"/>
        <p:cNvGrpSpPr/>
        <p:nvPr/>
      </p:nvGrpSpPr>
      <p:grpSpPr>
        <a:xfrm>
          <a:off x="0" y="0"/>
          <a:ext cx="0" cy="0"/>
          <a:chOff x="0" y="0"/>
          <a:chExt cx="0" cy="0"/>
        </a:xfrm>
      </p:grpSpPr>
      <p:pic>
        <p:nvPicPr>
          <p:cNvPr id="337" name="Google Shape;337;p14"/>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338" name="Google Shape;338;p14"/>
          <p:cNvGrpSpPr/>
          <p:nvPr/>
        </p:nvGrpSpPr>
        <p:grpSpPr>
          <a:xfrm>
            <a:off x="-231949" y="-1"/>
            <a:ext cx="9694396" cy="5329120"/>
            <a:chOff x="-231949" y="-1"/>
            <a:chExt cx="9694396" cy="5329120"/>
          </a:xfrm>
        </p:grpSpPr>
        <p:sp>
          <p:nvSpPr>
            <p:cNvPr id="339" name="Google Shape;339;p14"/>
            <p:cNvSpPr/>
            <p:nvPr/>
          </p:nvSpPr>
          <p:spPr>
            <a:xfrm flipH="1" rot="10800000">
              <a:off x="7475973" y="-1"/>
              <a:ext cx="1986474" cy="1318876"/>
            </a:xfrm>
            <a:custGeom>
              <a:rect b="b" l="l" r="r" t="t"/>
              <a:pathLst>
                <a:path extrusionOk="0" h="968" w="1458">
                  <a:moveTo>
                    <a:pt x="1458" y="490"/>
                  </a:moveTo>
                  <a:lnTo>
                    <a:pt x="967" y="0"/>
                  </a:lnTo>
                  <a:lnTo>
                    <a:pt x="692" y="276"/>
                  </a:lnTo>
                  <a:lnTo>
                    <a:pt x="0" y="968"/>
                  </a:lnTo>
                  <a:lnTo>
                    <a:pt x="464" y="968"/>
                  </a:lnTo>
                  <a:lnTo>
                    <a:pt x="967" y="465"/>
                  </a:lnTo>
                  <a:lnTo>
                    <a:pt x="1458" y="955"/>
                  </a:lnTo>
                  <a:lnTo>
                    <a:pt x="1458" y="49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40" name="Google Shape;340;p14"/>
            <p:cNvGrpSpPr/>
            <p:nvPr/>
          </p:nvGrpSpPr>
          <p:grpSpPr>
            <a:xfrm flipH="1">
              <a:off x="-231949" y="3878898"/>
              <a:ext cx="1656386" cy="1450221"/>
              <a:chOff x="322263" y="4716463"/>
              <a:chExt cx="2232025" cy="1954213"/>
            </a:xfrm>
          </p:grpSpPr>
          <p:sp>
            <p:nvSpPr>
              <p:cNvPr id="341" name="Google Shape;341;p14"/>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14"/>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14"/>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14"/>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45" name="Google Shape;345;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46" name="Google Shape;346;p14"/>
          <p:cNvSpPr txBox="1"/>
          <p:nvPr>
            <p:ph idx="1" type="subTitle"/>
          </p:nvPr>
        </p:nvSpPr>
        <p:spPr>
          <a:xfrm>
            <a:off x="1578146" y="2224493"/>
            <a:ext cx="2715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7" name="Google Shape;347;p14"/>
          <p:cNvSpPr txBox="1"/>
          <p:nvPr>
            <p:ph idx="2" type="subTitle"/>
          </p:nvPr>
        </p:nvSpPr>
        <p:spPr>
          <a:xfrm>
            <a:off x="5701454" y="2224493"/>
            <a:ext cx="2715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8" name="Google Shape;348;p14"/>
          <p:cNvSpPr txBox="1"/>
          <p:nvPr>
            <p:ph idx="3" type="subTitle"/>
          </p:nvPr>
        </p:nvSpPr>
        <p:spPr>
          <a:xfrm>
            <a:off x="1578146" y="3957674"/>
            <a:ext cx="2715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9" name="Google Shape;349;p14"/>
          <p:cNvSpPr txBox="1"/>
          <p:nvPr>
            <p:ph idx="4" type="subTitle"/>
          </p:nvPr>
        </p:nvSpPr>
        <p:spPr>
          <a:xfrm>
            <a:off x="5701454" y="3957674"/>
            <a:ext cx="2715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0" name="Google Shape;350;p14"/>
          <p:cNvSpPr txBox="1"/>
          <p:nvPr>
            <p:ph hasCustomPrompt="1" idx="5" type="title"/>
          </p:nvPr>
        </p:nvSpPr>
        <p:spPr>
          <a:xfrm>
            <a:off x="713225" y="1676460"/>
            <a:ext cx="8655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i="1"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1" name="Google Shape;351;p14"/>
          <p:cNvSpPr txBox="1"/>
          <p:nvPr>
            <p:ph hasCustomPrompt="1" idx="6" type="title"/>
          </p:nvPr>
        </p:nvSpPr>
        <p:spPr>
          <a:xfrm>
            <a:off x="713225" y="3409056"/>
            <a:ext cx="8655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i="1"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2" name="Google Shape;352;p14"/>
          <p:cNvSpPr txBox="1"/>
          <p:nvPr>
            <p:ph hasCustomPrompt="1" idx="7" type="title"/>
          </p:nvPr>
        </p:nvSpPr>
        <p:spPr>
          <a:xfrm>
            <a:off x="4836533" y="1676460"/>
            <a:ext cx="8655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i="1"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3" name="Google Shape;353;p14"/>
          <p:cNvSpPr txBox="1"/>
          <p:nvPr>
            <p:ph hasCustomPrompt="1" idx="8" type="title"/>
          </p:nvPr>
        </p:nvSpPr>
        <p:spPr>
          <a:xfrm>
            <a:off x="4836533" y="3409056"/>
            <a:ext cx="8655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i="1"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4" name="Google Shape;354;p14"/>
          <p:cNvSpPr txBox="1"/>
          <p:nvPr>
            <p:ph idx="9" type="subTitle"/>
          </p:nvPr>
        </p:nvSpPr>
        <p:spPr>
          <a:xfrm>
            <a:off x="1578146" y="1544300"/>
            <a:ext cx="2715900" cy="756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Bitter"/>
                <a:ea typeface="Bitter"/>
                <a:cs typeface="Bitter"/>
                <a:sym typeface="Bitter"/>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55" name="Google Shape;355;p14"/>
          <p:cNvSpPr txBox="1"/>
          <p:nvPr>
            <p:ph idx="13" type="subTitle"/>
          </p:nvPr>
        </p:nvSpPr>
        <p:spPr>
          <a:xfrm>
            <a:off x="5701453" y="1544300"/>
            <a:ext cx="2715900" cy="756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Bitter"/>
                <a:ea typeface="Bitter"/>
                <a:cs typeface="Bitter"/>
                <a:sym typeface="Bitter"/>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56" name="Google Shape;356;p14"/>
          <p:cNvSpPr txBox="1"/>
          <p:nvPr>
            <p:ph idx="14" type="subTitle"/>
          </p:nvPr>
        </p:nvSpPr>
        <p:spPr>
          <a:xfrm>
            <a:off x="1578146" y="3276971"/>
            <a:ext cx="2715900" cy="756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Bitter"/>
                <a:ea typeface="Bitter"/>
                <a:cs typeface="Bitter"/>
                <a:sym typeface="Bitter"/>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57" name="Google Shape;357;p14"/>
          <p:cNvSpPr txBox="1"/>
          <p:nvPr>
            <p:ph idx="15" type="subTitle"/>
          </p:nvPr>
        </p:nvSpPr>
        <p:spPr>
          <a:xfrm>
            <a:off x="5701453" y="3276971"/>
            <a:ext cx="2715900" cy="756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Bitter"/>
                <a:ea typeface="Bitter"/>
                <a:cs typeface="Bitter"/>
                <a:sym typeface="Bitter"/>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58" name="Shape 358"/>
        <p:cNvGrpSpPr/>
        <p:nvPr/>
      </p:nvGrpSpPr>
      <p:grpSpPr>
        <a:xfrm>
          <a:off x="0" y="0"/>
          <a:ext cx="0" cy="0"/>
          <a:chOff x="0" y="0"/>
          <a:chExt cx="0" cy="0"/>
        </a:xfrm>
      </p:grpSpPr>
      <p:pic>
        <p:nvPicPr>
          <p:cNvPr id="359" name="Google Shape;359;p15"/>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360" name="Google Shape;360;p15"/>
          <p:cNvGrpSpPr/>
          <p:nvPr/>
        </p:nvGrpSpPr>
        <p:grpSpPr>
          <a:xfrm>
            <a:off x="7397079" y="-272305"/>
            <a:ext cx="2638908" cy="6068437"/>
            <a:chOff x="7397079" y="-272305"/>
            <a:chExt cx="2638908" cy="6068437"/>
          </a:xfrm>
        </p:grpSpPr>
        <p:grpSp>
          <p:nvGrpSpPr>
            <p:cNvPr id="361" name="Google Shape;361;p15"/>
            <p:cNvGrpSpPr/>
            <p:nvPr/>
          </p:nvGrpSpPr>
          <p:grpSpPr>
            <a:xfrm flipH="1">
              <a:off x="8208972" y="-272305"/>
              <a:ext cx="1736824" cy="2155756"/>
              <a:chOff x="-1587" y="190501"/>
              <a:chExt cx="2211388" cy="2744788"/>
            </a:xfrm>
          </p:grpSpPr>
          <p:sp>
            <p:nvSpPr>
              <p:cNvPr id="362" name="Google Shape;362;p15"/>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3" name="Google Shape;363;p15"/>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4" name="Google Shape;364;p15"/>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5" name="Google Shape;365;p15"/>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6" name="Google Shape;366;p15"/>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15"/>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15"/>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15"/>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15"/>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15"/>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2" name="Google Shape;372;p15"/>
            <p:cNvGrpSpPr/>
            <p:nvPr/>
          </p:nvGrpSpPr>
          <p:grpSpPr>
            <a:xfrm>
              <a:off x="7397079" y="3640239"/>
              <a:ext cx="2638908" cy="2155893"/>
              <a:chOff x="322263" y="3765551"/>
              <a:chExt cx="3556000" cy="2905125"/>
            </a:xfrm>
          </p:grpSpPr>
          <p:sp>
            <p:nvSpPr>
              <p:cNvPr id="373" name="Google Shape;373;p15"/>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15"/>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15"/>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15"/>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15"/>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78" name="Google Shape;378;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9" name="Google Shape;379;p15"/>
          <p:cNvSpPr txBox="1"/>
          <p:nvPr>
            <p:ph idx="1" type="subTitle"/>
          </p:nvPr>
        </p:nvSpPr>
        <p:spPr>
          <a:xfrm>
            <a:off x="720000" y="2012349"/>
            <a:ext cx="24762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0" name="Google Shape;380;p15"/>
          <p:cNvSpPr txBox="1"/>
          <p:nvPr>
            <p:ph idx="2" type="subTitle"/>
          </p:nvPr>
        </p:nvSpPr>
        <p:spPr>
          <a:xfrm>
            <a:off x="3333864" y="2012349"/>
            <a:ext cx="24762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1" name="Google Shape;381;p15"/>
          <p:cNvSpPr txBox="1"/>
          <p:nvPr>
            <p:ph idx="3" type="subTitle"/>
          </p:nvPr>
        </p:nvSpPr>
        <p:spPr>
          <a:xfrm>
            <a:off x="720000" y="3794000"/>
            <a:ext cx="24762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2" name="Google Shape;382;p15"/>
          <p:cNvSpPr txBox="1"/>
          <p:nvPr>
            <p:ph idx="4" type="subTitle"/>
          </p:nvPr>
        </p:nvSpPr>
        <p:spPr>
          <a:xfrm>
            <a:off x="3333864" y="3794000"/>
            <a:ext cx="24762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3" name="Google Shape;383;p15"/>
          <p:cNvSpPr txBox="1"/>
          <p:nvPr>
            <p:ph idx="5" type="subTitle"/>
          </p:nvPr>
        </p:nvSpPr>
        <p:spPr>
          <a:xfrm>
            <a:off x="5951802" y="2012349"/>
            <a:ext cx="24762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4" name="Google Shape;384;p15"/>
          <p:cNvSpPr txBox="1"/>
          <p:nvPr>
            <p:ph idx="6" type="subTitle"/>
          </p:nvPr>
        </p:nvSpPr>
        <p:spPr>
          <a:xfrm>
            <a:off x="5951802" y="3794000"/>
            <a:ext cx="24762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5" name="Google Shape;385;p15"/>
          <p:cNvSpPr txBox="1"/>
          <p:nvPr>
            <p:ph idx="7" type="subTitle"/>
          </p:nvPr>
        </p:nvSpPr>
        <p:spPr>
          <a:xfrm>
            <a:off x="721115" y="1278500"/>
            <a:ext cx="24738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000">
                <a:solidFill>
                  <a:schemeClr val="dk1"/>
                </a:solidFill>
                <a:latin typeface="Crimson Text SemiBold"/>
                <a:ea typeface="Crimson Text SemiBold"/>
                <a:cs typeface="Crimson Text SemiBold"/>
                <a:sym typeface="Crimson Text SemiBold"/>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86" name="Google Shape;386;p15"/>
          <p:cNvSpPr txBox="1"/>
          <p:nvPr>
            <p:ph idx="8" type="subTitle"/>
          </p:nvPr>
        </p:nvSpPr>
        <p:spPr>
          <a:xfrm>
            <a:off x="3334979" y="1278500"/>
            <a:ext cx="24738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000">
                <a:solidFill>
                  <a:schemeClr val="dk1"/>
                </a:solidFill>
                <a:latin typeface="Crimson Text SemiBold"/>
                <a:ea typeface="Crimson Text SemiBold"/>
                <a:cs typeface="Crimson Text SemiBold"/>
                <a:sym typeface="Crimson Text SemiBold"/>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87" name="Google Shape;387;p15"/>
          <p:cNvSpPr txBox="1"/>
          <p:nvPr>
            <p:ph idx="9" type="subTitle"/>
          </p:nvPr>
        </p:nvSpPr>
        <p:spPr>
          <a:xfrm>
            <a:off x="5952917" y="1278500"/>
            <a:ext cx="24738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000">
                <a:solidFill>
                  <a:schemeClr val="dk1"/>
                </a:solidFill>
                <a:latin typeface="Crimson Text SemiBold"/>
                <a:ea typeface="Crimson Text SemiBold"/>
                <a:cs typeface="Crimson Text SemiBold"/>
                <a:sym typeface="Crimson Text SemiBold"/>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88" name="Google Shape;388;p15"/>
          <p:cNvSpPr txBox="1"/>
          <p:nvPr>
            <p:ph idx="13" type="subTitle"/>
          </p:nvPr>
        </p:nvSpPr>
        <p:spPr>
          <a:xfrm>
            <a:off x="721115" y="3127752"/>
            <a:ext cx="2473800" cy="742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000">
                <a:solidFill>
                  <a:schemeClr val="dk1"/>
                </a:solidFill>
                <a:latin typeface="Crimson Text SemiBold"/>
                <a:ea typeface="Crimson Text SemiBold"/>
                <a:cs typeface="Crimson Text SemiBold"/>
                <a:sym typeface="Crimson Text SemiBold"/>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89" name="Google Shape;389;p15"/>
          <p:cNvSpPr txBox="1"/>
          <p:nvPr>
            <p:ph idx="14" type="subTitle"/>
          </p:nvPr>
        </p:nvSpPr>
        <p:spPr>
          <a:xfrm>
            <a:off x="3334979" y="3127752"/>
            <a:ext cx="2473800" cy="742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000">
                <a:solidFill>
                  <a:schemeClr val="dk1"/>
                </a:solidFill>
                <a:latin typeface="Crimson Text SemiBold"/>
                <a:ea typeface="Crimson Text SemiBold"/>
                <a:cs typeface="Crimson Text SemiBold"/>
                <a:sym typeface="Crimson Text SemiBold"/>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90" name="Google Shape;390;p15"/>
          <p:cNvSpPr txBox="1"/>
          <p:nvPr>
            <p:ph idx="15" type="subTitle"/>
          </p:nvPr>
        </p:nvSpPr>
        <p:spPr>
          <a:xfrm>
            <a:off x="5952917" y="3127752"/>
            <a:ext cx="2473800" cy="742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000">
                <a:solidFill>
                  <a:schemeClr val="dk1"/>
                </a:solidFill>
                <a:latin typeface="Crimson Text SemiBold"/>
                <a:ea typeface="Crimson Text SemiBold"/>
                <a:cs typeface="Crimson Text SemiBold"/>
                <a:sym typeface="Crimson Text SemiBold"/>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91" name="Shape 391"/>
        <p:cNvGrpSpPr/>
        <p:nvPr/>
      </p:nvGrpSpPr>
      <p:grpSpPr>
        <a:xfrm>
          <a:off x="0" y="0"/>
          <a:ext cx="0" cy="0"/>
          <a:chOff x="0" y="0"/>
          <a:chExt cx="0" cy="0"/>
        </a:xfrm>
      </p:grpSpPr>
      <p:pic>
        <p:nvPicPr>
          <p:cNvPr id="392" name="Google Shape;392;p16"/>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393" name="Google Shape;393;p16"/>
          <p:cNvGrpSpPr/>
          <p:nvPr/>
        </p:nvGrpSpPr>
        <p:grpSpPr>
          <a:xfrm>
            <a:off x="-606221" y="-272305"/>
            <a:ext cx="10327141" cy="6382262"/>
            <a:chOff x="-606221" y="-272305"/>
            <a:chExt cx="10327141" cy="6382262"/>
          </a:xfrm>
        </p:grpSpPr>
        <p:grpSp>
          <p:nvGrpSpPr>
            <p:cNvPr id="394" name="Google Shape;394;p16"/>
            <p:cNvGrpSpPr/>
            <p:nvPr/>
          </p:nvGrpSpPr>
          <p:grpSpPr>
            <a:xfrm flipH="1">
              <a:off x="7984097" y="-272305"/>
              <a:ext cx="1736824" cy="2155756"/>
              <a:chOff x="-1587" y="190501"/>
              <a:chExt cx="2211388" cy="2744788"/>
            </a:xfrm>
          </p:grpSpPr>
          <p:sp>
            <p:nvSpPr>
              <p:cNvPr id="395" name="Google Shape;395;p16"/>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6" name="Google Shape;396;p16"/>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16"/>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8" name="Google Shape;398;p16"/>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 name="Google Shape;399;p16"/>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16"/>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16"/>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16"/>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3" name="Google Shape;403;p16"/>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4" name="Google Shape;404;p16"/>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05" name="Google Shape;405;p16"/>
            <p:cNvGrpSpPr/>
            <p:nvPr/>
          </p:nvGrpSpPr>
          <p:grpSpPr>
            <a:xfrm flipH="1">
              <a:off x="-606221" y="3954064"/>
              <a:ext cx="2638908" cy="2155893"/>
              <a:chOff x="322263" y="3765551"/>
              <a:chExt cx="3556000" cy="2905125"/>
            </a:xfrm>
          </p:grpSpPr>
          <p:sp>
            <p:nvSpPr>
              <p:cNvPr id="406" name="Google Shape;406;p16"/>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7" name="Google Shape;407;p16"/>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8" name="Google Shape;408;p16"/>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9" name="Google Shape;409;p16"/>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0" name="Google Shape;410;p16"/>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11" name="Google Shape;411;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412" name="Shape 412"/>
        <p:cNvGrpSpPr/>
        <p:nvPr/>
      </p:nvGrpSpPr>
      <p:grpSpPr>
        <a:xfrm>
          <a:off x="0" y="0"/>
          <a:ext cx="0" cy="0"/>
          <a:chOff x="0" y="0"/>
          <a:chExt cx="0" cy="0"/>
        </a:xfrm>
      </p:grpSpPr>
      <p:pic>
        <p:nvPicPr>
          <p:cNvPr id="413" name="Google Shape;413;p17"/>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414" name="Google Shape;414;p17"/>
          <p:cNvGrpSpPr/>
          <p:nvPr/>
        </p:nvGrpSpPr>
        <p:grpSpPr>
          <a:xfrm>
            <a:off x="-460996" y="-342226"/>
            <a:ext cx="10790208" cy="1763450"/>
            <a:chOff x="-460996" y="-342226"/>
            <a:chExt cx="10790208" cy="1763450"/>
          </a:xfrm>
        </p:grpSpPr>
        <p:grpSp>
          <p:nvGrpSpPr>
            <p:cNvPr id="415" name="Google Shape;415;p17"/>
            <p:cNvGrpSpPr/>
            <p:nvPr/>
          </p:nvGrpSpPr>
          <p:grpSpPr>
            <a:xfrm>
              <a:off x="-460996" y="1"/>
              <a:ext cx="1474483" cy="1186085"/>
              <a:chOff x="8937625" y="190501"/>
              <a:chExt cx="1728788" cy="1390650"/>
            </a:xfrm>
          </p:grpSpPr>
          <p:sp>
            <p:nvSpPr>
              <p:cNvPr id="416" name="Google Shape;416;p17"/>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17"/>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8" name="Google Shape;418;p17"/>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17"/>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17"/>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17"/>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17"/>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23" name="Google Shape;423;p17"/>
            <p:cNvSpPr/>
            <p:nvPr/>
          </p:nvSpPr>
          <p:spPr>
            <a:xfrm flipH="1" rot="10800000">
              <a:off x="7475973" y="-342226"/>
              <a:ext cx="1986474" cy="1318876"/>
            </a:xfrm>
            <a:custGeom>
              <a:rect b="b" l="l" r="r" t="t"/>
              <a:pathLst>
                <a:path extrusionOk="0" h="968" w="1458">
                  <a:moveTo>
                    <a:pt x="1458" y="490"/>
                  </a:moveTo>
                  <a:lnTo>
                    <a:pt x="967" y="0"/>
                  </a:lnTo>
                  <a:lnTo>
                    <a:pt x="692" y="276"/>
                  </a:lnTo>
                  <a:lnTo>
                    <a:pt x="0" y="968"/>
                  </a:lnTo>
                  <a:lnTo>
                    <a:pt x="464" y="968"/>
                  </a:lnTo>
                  <a:lnTo>
                    <a:pt x="967" y="465"/>
                  </a:lnTo>
                  <a:lnTo>
                    <a:pt x="1458" y="955"/>
                  </a:lnTo>
                  <a:lnTo>
                    <a:pt x="1458" y="49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24" name="Google Shape;424;p17"/>
            <p:cNvGrpSpPr/>
            <p:nvPr/>
          </p:nvGrpSpPr>
          <p:grpSpPr>
            <a:xfrm>
              <a:off x="8854729" y="235139"/>
              <a:ext cx="1474483" cy="1186085"/>
              <a:chOff x="8937625" y="190501"/>
              <a:chExt cx="1728788" cy="1390650"/>
            </a:xfrm>
          </p:grpSpPr>
          <p:sp>
            <p:nvSpPr>
              <p:cNvPr id="425" name="Google Shape;425;p17"/>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17"/>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17"/>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17"/>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17"/>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17"/>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17"/>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32" name="Google Shape;43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33" name="Shape 433"/>
        <p:cNvGrpSpPr/>
        <p:nvPr/>
      </p:nvGrpSpPr>
      <p:grpSpPr>
        <a:xfrm>
          <a:off x="0" y="0"/>
          <a:ext cx="0" cy="0"/>
          <a:chOff x="0" y="0"/>
          <a:chExt cx="0" cy="0"/>
        </a:xfrm>
      </p:grpSpPr>
      <p:pic>
        <p:nvPicPr>
          <p:cNvPr id="434" name="Google Shape;434;p1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35" name="Google Shape;435;p18"/>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a:solidFill>
                  <a:schemeClr val="hlink"/>
                </a:solidFill>
                <a:uFill>
                  <a:noFill/>
                </a:uFill>
                <a:latin typeface="DM Sans"/>
                <a:ea typeface="DM Sans"/>
                <a:cs typeface="DM Sans"/>
                <a:sym typeface="DM Sans"/>
                <a:hlinkClick r:id="rId3"/>
              </a:rPr>
              <a:t>Slidesgo</a:t>
            </a:r>
            <a:r>
              <a:rPr lang="en" sz="1200">
                <a:solidFill>
                  <a:schemeClr val="dk1"/>
                </a:solidFill>
                <a:latin typeface="DM Sans"/>
                <a:ea typeface="DM Sans"/>
                <a:cs typeface="DM Sans"/>
                <a:sym typeface="DM Sans"/>
              </a:rPr>
              <a:t>, and includes icons by </a:t>
            </a:r>
            <a:r>
              <a:rPr b="1" lang="en" sz="1200">
                <a:solidFill>
                  <a:schemeClr val="dk1"/>
                </a:solidFill>
                <a:uFill>
                  <a:noFill/>
                </a:uFill>
                <a:latin typeface="DM Sans"/>
                <a:ea typeface="DM Sans"/>
                <a:cs typeface="DM Sans"/>
                <a:sym typeface="DM Sans"/>
                <a:hlinkClick r:id="rId4">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a:solidFill>
                  <a:schemeClr val="dk1"/>
                </a:solidFill>
                <a:uFill>
                  <a:noFill/>
                </a:uFill>
                <a:latin typeface="DM Sans"/>
                <a:ea typeface="DM Sans"/>
                <a:cs typeface="DM Sans"/>
                <a:sym typeface="DM Sans"/>
                <a:hlinkClick r:id="rId5">
                  <a:extLst>
                    <a:ext uri="{A12FA001-AC4F-418D-AE19-62706E023703}">
                      <ahyp:hlinkClr val="tx"/>
                    </a:ext>
                  </a:extLst>
                </a:hlinkClick>
              </a:rPr>
              <a:t>Freepik</a:t>
            </a:r>
            <a:r>
              <a:rPr lang="en" sz="1200">
                <a:solidFill>
                  <a:schemeClr val="dk1"/>
                </a:solidFill>
                <a:latin typeface="DM Sans"/>
                <a:ea typeface="DM Sans"/>
                <a:cs typeface="DM Sans"/>
                <a:sym typeface="DM Sans"/>
              </a:rPr>
              <a:t> </a:t>
            </a:r>
            <a:endParaRPr b="1" sz="1200">
              <a:solidFill>
                <a:schemeClr val="dk1"/>
              </a:solidFill>
              <a:latin typeface="DM Sans"/>
              <a:ea typeface="DM Sans"/>
              <a:cs typeface="DM Sans"/>
              <a:sym typeface="DM Sans"/>
            </a:endParaRPr>
          </a:p>
        </p:txBody>
      </p:sp>
      <p:grpSp>
        <p:nvGrpSpPr>
          <p:cNvPr id="436" name="Google Shape;436;p18"/>
          <p:cNvGrpSpPr/>
          <p:nvPr/>
        </p:nvGrpSpPr>
        <p:grpSpPr>
          <a:xfrm>
            <a:off x="-845746" y="-958105"/>
            <a:ext cx="11455315" cy="6754081"/>
            <a:chOff x="-845746" y="-958105"/>
            <a:chExt cx="11455315" cy="6754081"/>
          </a:xfrm>
        </p:grpSpPr>
        <p:grpSp>
          <p:nvGrpSpPr>
            <p:cNvPr id="437" name="Google Shape;437;p18"/>
            <p:cNvGrpSpPr/>
            <p:nvPr/>
          </p:nvGrpSpPr>
          <p:grpSpPr>
            <a:xfrm rot="10800000">
              <a:off x="7984097" y="3268401"/>
              <a:ext cx="1736824" cy="2155756"/>
              <a:chOff x="-1587" y="190501"/>
              <a:chExt cx="2211388" cy="2744788"/>
            </a:xfrm>
          </p:grpSpPr>
          <p:sp>
            <p:nvSpPr>
              <p:cNvPr id="438" name="Google Shape;438;p18"/>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9" name="Google Shape;439;p18"/>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0" name="Google Shape;440;p18"/>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1" name="Google Shape;441;p18"/>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2" name="Google Shape;442;p18"/>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3" name="Google Shape;443;p18"/>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4" name="Google Shape;444;p18"/>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5" name="Google Shape;445;p18"/>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6" name="Google Shape;446;p18"/>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7" name="Google Shape;447;p18"/>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48" name="Google Shape;448;p18"/>
            <p:cNvGrpSpPr/>
            <p:nvPr/>
          </p:nvGrpSpPr>
          <p:grpSpPr>
            <a:xfrm rot="10800000">
              <a:off x="-606221" y="-958105"/>
              <a:ext cx="2638908" cy="2155893"/>
              <a:chOff x="322263" y="3765551"/>
              <a:chExt cx="3556000" cy="2905125"/>
            </a:xfrm>
          </p:grpSpPr>
          <p:sp>
            <p:nvSpPr>
              <p:cNvPr id="449" name="Google Shape;449;p18"/>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18"/>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1" name="Google Shape;451;p18"/>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2" name="Google Shape;452;p18"/>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3" name="Google Shape;453;p18"/>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54" name="Google Shape;454;p18"/>
            <p:cNvGrpSpPr/>
            <p:nvPr/>
          </p:nvGrpSpPr>
          <p:grpSpPr>
            <a:xfrm rot="10800000">
              <a:off x="-845746" y="3882301"/>
              <a:ext cx="1474483" cy="1186085"/>
              <a:chOff x="8937625" y="190501"/>
              <a:chExt cx="1728788" cy="1390650"/>
            </a:xfrm>
          </p:grpSpPr>
          <p:sp>
            <p:nvSpPr>
              <p:cNvPr id="455" name="Google Shape;455;p18"/>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6" name="Google Shape;456;p18"/>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7" name="Google Shape;457;p18"/>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8" name="Google Shape;458;p18"/>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9" name="Google Shape;459;p18"/>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0" name="Google Shape;460;p18"/>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1" name="Google Shape;461;p18"/>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62" name="Google Shape;462;p18"/>
            <p:cNvSpPr/>
            <p:nvPr/>
          </p:nvSpPr>
          <p:spPr>
            <a:xfrm>
              <a:off x="6211898" y="-666750"/>
              <a:ext cx="4397670" cy="2200201"/>
            </a:xfrm>
            <a:custGeom>
              <a:rect b="b" l="l" r="r" t="t"/>
              <a:pathLst>
                <a:path extrusionOk="0" h="1625" w="3248">
                  <a:moveTo>
                    <a:pt x="3248" y="0"/>
                  </a:moveTo>
                  <a:lnTo>
                    <a:pt x="2117" y="1132"/>
                  </a:lnTo>
                  <a:lnTo>
                    <a:pt x="1940" y="1309"/>
                  </a:lnTo>
                  <a:lnTo>
                    <a:pt x="1891" y="1360"/>
                  </a:lnTo>
                  <a:lnTo>
                    <a:pt x="1624" y="1625"/>
                  </a:lnTo>
                  <a:lnTo>
                    <a:pt x="0" y="0"/>
                  </a:lnTo>
                  <a:lnTo>
                    <a:pt x="533" y="0"/>
                  </a:lnTo>
                  <a:lnTo>
                    <a:pt x="1624" y="1092"/>
                  </a:lnTo>
                  <a:lnTo>
                    <a:pt x="1624" y="1092"/>
                  </a:lnTo>
                  <a:lnTo>
                    <a:pt x="1851" y="866"/>
                  </a:lnTo>
                  <a:lnTo>
                    <a:pt x="2716" y="0"/>
                  </a:lnTo>
                  <a:lnTo>
                    <a:pt x="324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63" name="Google Shape;463;p18"/>
            <p:cNvGrpSpPr/>
            <p:nvPr/>
          </p:nvGrpSpPr>
          <p:grpSpPr>
            <a:xfrm>
              <a:off x="-750490" y="4331663"/>
              <a:ext cx="2927448" cy="1464313"/>
              <a:chOff x="5324385" y="4331663"/>
              <a:chExt cx="2927448" cy="1464313"/>
            </a:xfrm>
          </p:grpSpPr>
          <p:sp>
            <p:nvSpPr>
              <p:cNvPr id="464" name="Google Shape;464;p18"/>
              <p:cNvSpPr/>
              <p:nvPr/>
            </p:nvSpPr>
            <p:spPr>
              <a:xfrm>
                <a:off x="5324385" y="4331663"/>
                <a:ext cx="2927448" cy="1464313"/>
              </a:xfrm>
              <a:custGeom>
                <a:rect b="b" l="l" r="r" t="t"/>
                <a:pathLst>
                  <a:path extrusionOk="0" h="1243" w="2485">
                    <a:moveTo>
                      <a:pt x="2485" y="1243"/>
                    </a:moveTo>
                    <a:lnTo>
                      <a:pt x="1243" y="0"/>
                    </a:lnTo>
                    <a:lnTo>
                      <a:pt x="0" y="1243"/>
                    </a:lnTo>
                    <a:lnTo>
                      <a:pt x="2485" y="124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5" name="Google Shape;465;p18"/>
              <p:cNvSpPr/>
              <p:nvPr/>
            </p:nvSpPr>
            <p:spPr>
              <a:xfrm>
                <a:off x="6788697" y="4331663"/>
                <a:ext cx="1463135" cy="1464313"/>
              </a:xfrm>
              <a:custGeom>
                <a:rect b="b" l="l" r="r" t="t"/>
                <a:pathLst>
                  <a:path extrusionOk="0" h="1243" w="1242">
                    <a:moveTo>
                      <a:pt x="1242" y="1243"/>
                    </a:moveTo>
                    <a:lnTo>
                      <a:pt x="0" y="0"/>
                    </a:lnTo>
                    <a:lnTo>
                      <a:pt x="0" y="1243"/>
                    </a:lnTo>
                    <a:lnTo>
                      <a:pt x="1242" y="12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66" name="Google Shape;466;p18"/>
          <p:cNvSpPr txBox="1"/>
          <p:nvPr>
            <p:ph type="title"/>
          </p:nvPr>
        </p:nvSpPr>
        <p:spPr>
          <a:xfrm>
            <a:off x="2347938" y="582775"/>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7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67" name="Google Shape;467;p18"/>
          <p:cNvSpPr txBox="1"/>
          <p:nvPr>
            <p:ph idx="1" type="subTitle"/>
          </p:nvPr>
        </p:nvSpPr>
        <p:spPr>
          <a:xfrm>
            <a:off x="2347900" y="1835400"/>
            <a:ext cx="4448100" cy="105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68" name="Shape 468"/>
        <p:cNvGrpSpPr/>
        <p:nvPr/>
      </p:nvGrpSpPr>
      <p:grpSpPr>
        <a:xfrm>
          <a:off x="0" y="0"/>
          <a:ext cx="0" cy="0"/>
          <a:chOff x="0" y="0"/>
          <a:chExt cx="0" cy="0"/>
        </a:xfrm>
      </p:grpSpPr>
      <p:pic>
        <p:nvPicPr>
          <p:cNvPr id="469" name="Google Shape;469;p19"/>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470" name="Google Shape;470;p19"/>
          <p:cNvGrpSpPr/>
          <p:nvPr/>
        </p:nvGrpSpPr>
        <p:grpSpPr>
          <a:xfrm>
            <a:off x="-942633" y="-537411"/>
            <a:ext cx="11552202" cy="5703138"/>
            <a:chOff x="-942633" y="-537411"/>
            <a:chExt cx="11552202" cy="5703138"/>
          </a:xfrm>
        </p:grpSpPr>
        <p:grpSp>
          <p:nvGrpSpPr>
            <p:cNvPr id="471" name="Google Shape;471;p19"/>
            <p:cNvGrpSpPr/>
            <p:nvPr/>
          </p:nvGrpSpPr>
          <p:grpSpPr>
            <a:xfrm flipH="1" rot="10800000">
              <a:off x="8130554" y="3979641"/>
              <a:ext cx="1474483" cy="1186085"/>
              <a:chOff x="8937625" y="190501"/>
              <a:chExt cx="1728788" cy="1390650"/>
            </a:xfrm>
          </p:grpSpPr>
          <p:sp>
            <p:nvSpPr>
              <p:cNvPr id="472" name="Google Shape;472;p19"/>
              <p:cNvSpPr/>
              <p:nvPr/>
            </p:nvSpPr>
            <p:spPr>
              <a:xfrm>
                <a:off x="8937625" y="10699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19"/>
              <p:cNvSpPr/>
              <p:nvPr/>
            </p:nvSpPr>
            <p:spPr>
              <a:xfrm>
                <a:off x="9139238" y="866775"/>
                <a:ext cx="511175" cy="511175"/>
              </a:xfrm>
              <a:custGeom>
                <a:rect b="b" l="l" r="r" t="t"/>
                <a:pathLst>
                  <a:path extrusionOk="0" h="322" w="322">
                    <a:moveTo>
                      <a:pt x="63" y="0"/>
                    </a:moveTo>
                    <a:lnTo>
                      <a:pt x="0" y="62"/>
                    </a:lnTo>
                    <a:lnTo>
                      <a:pt x="261" y="322"/>
                    </a:lnTo>
                    <a:lnTo>
                      <a:pt x="322" y="260"/>
                    </a:lnTo>
                    <a:lnTo>
                      <a:pt x="63"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19"/>
              <p:cNvSpPr/>
              <p:nvPr/>
            </p:nvSpPr>
            <p:spPr>
              <a:xfrm>
                <a:off x="9344025" y="663576"/>
                <a:ext cx="511175" cy="511175"/>
              </a:xfrm>
              <a:custGeom>
                <a:rect b="b" l="l" r="r" t="t"/>
                <a:pathLst>
                  <a:path extrusionOk="0" h="322" w="322">
                    <a:moveTo>
                      <a:pt x="62" y="0"/>
                    </a:moveTo>
                    <a:lnTo>
                      <a:pt x="0" y="62"/>
                    </a:lnTo>
                    <a:lnTo>
                      <a:pt x="260"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5" name="Google Shape;475;p19"/>
              <p:cNvSpPr/>
              <p:nvPr/>
            </p:nvSpPr>
            <p:spPr>
              <a:xfrm>
                <a:off x="9545638" y="460375"/>
                <a:ext cx="511175" cy="511175"/>
              </a:xfrm>
              <a:custGeom>
                <a:rect b="b" l="l" r="r" t="t"/>
                <a:pathLst>
                  <a:path extrusionOk="0" h="322" w="322">
                    <a:moveTo>
                      <a:pt x="62" y="0"/>
                    </a:moveTo>
                    <a:lnTo>
                      <a:pt x="0" y="62"/>
                    </a:lnTo>
                    <a:lnTo>
                      <a:pt x="261" y="322"/>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6" name="Google Shape;476;p19"/>
              <p:cNvSpPr/>
              <p:nvPr/>
            </p:nvSpPr>
            <p:spPr>
              <a:xfrm>
                <a:off x="9748838" y="258763"/>
                <a:ext cx="511175" cy="509588"/>
              </a:xfrm>
              <a:custGeom>
                <a:rect b="b" l="l" r="r" t="t"/>
                <a:pathLst>
                  <a:path extrusionOk="0" h="321" w="322">
                    <a:moveTo>
                      <a:pt x="62" y="0"/>
                    </a:moveTo>
                    <a:lnTo>
                      <a:pt x="0" y="61"/>
                    </a:lnTo>
                    <a:lnTo>
                      <a:pt x="260" y="321"/>
                    </a:lnTo>
                    <a:lnTo>
                      <a:pt x="322" y="260"/>
                    </a:lnTo>
                    <a:lnTo>
                      <a:pt x="6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19"/>
              <p:cNvSpPr/>
              <p:nvPr/>
            </p:nvSpPr>
            <p:spPr>
              <a:xfrm>
                <a:off x="9990138" y="190501"/>
                <a:ext cx="471488" cy="376238"/>
              </a:xfrm>
              <a:custGeom>
                <a:rect b="b" l="l" r="r" t="t"/>
                <a:pathLst>
                  <a:path extrusionOk="0" h="237" w="297">
                    <a:moveTo>
                      <a:pt x="297" y="175"/>
                    </a:moveTo>
                    <a:lnTo>
                      <a:pt x="235" y="237"/>
                    </a:lnTo>
                    <a:lnTo>
                      <a:pt x="0" y="0"/>
                    </a:lnTo>
                    <a:lnTo>
                      <a:pt x="123" y="0"/>
                    </a:lnTo>
                    <a:lnTo>
                      <a:pt x="297" y="1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8" name="Google Shape;478;p19"/>
              <p:cNvSpPr/>
              <p:nvPr/>
            </p:nvSpPr>
            <p:spPr>
              <a:xfrm>
                <a:off x="10394950" y="190501"/>
                <a:ext cx="271463" cy="171450"/>
              </a:xfrm>
              <a:custGeom>
                <a:rect b="b" l="l" r="r" t="t"/>
                <a:pathLst>
                  <a:path extrusionOk="0" h="108" w="171">
                    <a:moveTo>
                      <a:pt x="171" y="47"/>
                    </a:moveTo>
                    <a:lnTo>
                      <a:pt x="109" y="108"/>
                    </a:lnTo>
                    <a:lnTo>
                      <a:pt x="0" y="0"/>
                    </a:lnTo>
                    <a:lnTo>
                      <a:pt x="123" y="0"/>
                    </a:lnTo>
                    <a:lnTo>
                      <a:pt x="171" y="4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79" name="Google Shape;479;p19"/>
            <p:cNvGrpSpPr/>
            <p:nvPr/>
          </p:nvGrpSpPr>
          <p:grpSpPr>
            <a:xfrm flipH="1" rot="10800000">
              <a:off x="8251825" y="-537411"/>
              <a:ext cx="1076325" cy="2155825"/>
              <a:chOff x="11114088" y="357188"/>
              <a:chExt cx="1076325" cy="2155825"/>
            </a:xfrm>
          </p:grpSpPr>
          <p:sp>
            <p:nvSpPr>
              <p:cNvPr id="480" name="Google Shape;480;p19"/>
              <p:cNvSpPr/>
              <p:nvPr/>
            </p:nvSpPr>
            <p:spPr>
              <a:xfrm>
                <a:off x="12052300" y="357188"/>
                <a:ext cx="138113" cy="277813"/>
              </a:xfrm>
              <a:custGeom>
                <a:rect b="b" l="l" r="r" t="t"/>
                <a:pathLst>
                  <a:path extrusionOk="0" h="175" w="87">
                    <a:moveTo>
                      <a:pt x="87" y="175"/>
                    </a:moveTo>
                    <a:lnTo>
                      <a:pt x="87" y="0"/>
                    </a:lnTo>
                    <a:lnTo>
                      <a:pt x="59" y="29"/>
                    </a:lnTo>
                    <a:lnTo>
                      <a:pt x="59" y="29"/>
                    </a:lnTo>
                    <a:lnTo>
                      <a:pt x="0" y="87"/>
                    </a:lnTo>
                    <a:lnTo>
                      <a:pt x="87" y="1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19"/>
              <p:cNvSpPr/>
              <p:nvPr/>
            </p:nvSpPr>
            <p:spPr>
              <a:xfrm>
                <a:off x="11864975" y="577850"/>
                <a:ext cx="325438" cy="433388"/>
              </a:xfrm>
              <a:custGeom>
                <a:rect b="b" l="l" r="r" t="t"/>
                <a:pathLst>
                  <a:path extrusionOk="0" h="273" w="205">
                    <a:moveTo>
                      <a:pt x="205" y="139"/>
                    </a:moveTo>
                    <a:lnTo>
                      <a:pt x="66" y="0"/>
                    </a:lnTo>
                    <a:lnTo>
                      <a:pt x="0" y="67"/>
                    </a:lnTo>
                    <a:lnTo>
                      <a:pt x="205" y="273"/>
                    </a:lnTo>
                    <a:lnTo>
                      <a:pt x="205" y="139"/>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19"/>
              <p:cNvSpPr/>
              <p:nvPr/>
            </p:nvSpPr>
            <p:spPr>
              <a:xfrm>
                <a:off x="11676063" y="765176"/>
                <a:ext cx="514350" cy="620713"/>
              </a:xfrm>
              <a:custGeom>
                <a:rect b="b" l="l" r="r" t="t"/>
                <a:pathLst>
                  <a:path extrusionOk="0" h="391" w="324">
                    <a:moveTo>
                      <a:pt x="324" y="257"/>
                    </a:moveTo>
                    <a:lnTo>
                      <a:pt x="67" y="0"/>
                    </a:lnTo>
                    <a:lnTo>
                      <a:pt x="0" y="67"/>
                    </a:lnTo>
                    <a:lnTo>
                      <a:pt x="324" y="391"/>
                    </a:lnTo>
                    <a:lnTo>
                      <a:pt x="324" y="25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3" name="Google Shape;483;p19"/>
              <p:cNvSpPr/>
              <p:nvPr/>
            </p:nvSpPr>
            <p:spPr>
              <a:xfrm>
                <a:off x="11114088" y="1328738"/>
                <a:ext cx="1076325" cy="1184275"/>
              </a:xfrm>
              <a:custGeom>
                <a:rect b="b" l="l" r="r" t="t"/>
                <a:pathLst>
                  <a:path extrusionOk="0" h="746" w="678">
                    <a:moveTo>
                      <a:pt x="678" y="611"/>
                    </a:moveTo>
                    <a:lnTo>
                      <a:pt x="67" y="0"/>
                    </a:lnTo>
                    <a:lnTo>
                      <a:pt x="0" y="67"/>
                    </a:lnTo>
                    <a:lnTo>
                      <a:pt x="678" y="746"/>
                    </a:lnTo>
                    <a:lnTo>
                      <a:pt x="678" y="61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4" name="Google Shape;484;p19"/>
              <p:cNvSpPr/>
              <p:nvPr/>
            </p:nvSpPr>
            <p:spPr>
              <a:xfrm>
                <a:off x="11299825" y="1139826"/>
                <a:ext cx="890588" cy="996950"/>
              </a:xfrm>
              <a:custGeom>
                <a:rect b="b" l="l" r="r" t="t"/>
                <a:pathLst>
                  <a:path extrusionOk="0" h="628" w="561">
                    <a:moveTo>
                      <a:pt x="561" y="493"/>
                    </a:moveTo>
                    <a:lnTo>
                      <a:pt x="68" y="0"/>
                    </a:lnTo>
                    <a:lnTo>
                      <a:pt x="0" y="68"/>
                    </a:lnTo>
                    <a:lnTo>
                      <a:pt x="561" y="628"/>
                    </a:lnTo>
                    <a:lnTo>
                      <a:pt x="561" y="49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5" name="Google Shape;485;p19"/>
              <p:cNvSpPr/>
              <p:nvPr/>
            </p:nvSpPr>
            <p:spPr>
              <a:xfrm>
                <a:off x="11488738" y="952501"/>
                <a:ext cx="701675" cy="809625"/>
              </a:xfrm>
              <a:custGeom>
                <a:rect b="b" l="l" r="r" t="t"/>
                <a:pathLst>
                  <a:path extrusionOk="0" h="510" w="442">
                    <a:moveTo>
                      <a:pt x="442" y="375"/>
                    </a:moveTo>
                    <a:lnTo>
                      <a:pt x="68" y="0"/>
                    </a:lnTo>
                    <a:lnTo>
                      <a:pt x="0" y="68"/>
                    </a:lnTo>
                    <a:lnTo>
                      <a:pt x="442" y="510"/>
                    </a:lnTo>
                    <a:lnTo>
                      <a:pt x="442" y="37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86" name="Google Shape;486;p19"/>
            <p:cNvSpPr/>
            <p:nvPr/>
          </p:nvSpPr>
          <p:spPr>
            <a:xfrm flipH="1" rot="10800000">
              <a:off x="6211898" y="2965526"/>
              <a:ext cx="4397670" cy="2200201"/>
            </a:xfrm>
            <a:custGeom>
              <a:rect b="b" l="l" r="r" t="t"/>
              <a:pathLst>
                <a:path extrusionOk="0" h="1625" w="3248">
                  <a:moveTo>
                    <a:pt x="3248" y="0"/>
                  </a:moveTo>
                  <a:lnTo>
                    <a:pt x="2117" y="1132"/>
                  </a:lnTo>
                  <a:lnTo>
                    <a:pt x="1940" y="1309"/>
                  </a:lnTo>
                  <a:lnTo>
                    <a:pt x="1891" y="1360"/>
                  </a:lnTo>
                  <a:lnTo>
                    <a:pt x="1624" y="1625"/>
                  </a:lnTo>
                  <a:lnTo>
                    <a:pt x="0" y="0"/>
                  </a:lnTo>
                  <a:lnTo>
                    <a:pt x="533" y="0"/>
                  </a:lnTo>
                  <a:lnTo>
                    <a:pt x="1624" y="1092"/>
                  </a:lnTo>
                  <a:lnTo>
                    <a:pt x="1624" y="1092"/>
                  </a:lnTo>
                  <a:lnTo>
                    <a:pt x="1851" y="866"/>
                  </a:lnTo>
                  <a:lnTo>
                    <a:pt x="2716" y="0"/>
                  </a:lnTo>
                  <a:lnTo>
                    <a:pt x="324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87" name="Google Shape;487;p19"/>
            <p:cNvGrpSpPr/>
            <p:nvPr/>
          </p:nvGrpSpPr>
          <p:grpSpPr>
            <a:xfrm flipH="1" rot="10800000">
              <a:off x="-942633" y="-448680"/>
              <a:ext cx="2638908" cy="2155893"/>
              <a:chOff x="322263" y="3765551"/>
              <a:chExt cx="3556000" cy="2905125"/>
            </a:xfrm>
          </p:grpSpPr>
          <p:sp>
            <p:nvSpPr>
              <p:cNvPr id="488" name="Google Shape;488;p19"/>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9" name="Google Shape;489;p19"/>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0" name="Google Shape;490;p19"/>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 name="Google Shape;491;p19"/>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19"/>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93" name="Google Shape;493;p19"/>
            <p:cNvGrpSpPr/>
            <p:nvPr/>
          </p:nvGrpSpPr>
          <p:grpSpPr>
            <a:xfrm flipH="1" rot="10800000">
              <a:off x="-251128" y="-448524"/>
              <a:ext cx="2927448" cy="1464313"/>
              <a:chOff x="5324385" y="4331663"/>
              <a:chExt cx="2927448" cy="1464313"/>
            </a:xfrm>
          </p:grpSpPr>
          <p:sp>
            <p:nvSpPr>
              <p:cNvPr id="494" name="Google Shape;494;p19"/>
              <p:cNvSpPr/>
              <p:nvPr/>
            </p:nvSpPr>
            <p:spPr>
              <a:xfrm>
                <a:off x="5324385" y="4331663"/>
                <a:ext cx="2927448" cy="1464313"/>
              </a:xfrm>
              <a:custGeom>
                <a:rect b="b" l="l" r="r" t="t"/>
                <a:pathLst>
                  <a:path extrusionOk="0" h="1243" w="2485">
                    <a:moveTo>
                      <a:pt x="2485" y="1243"/>
                    </a:moveTo>
                    <a:lnTo>
                      <a:pt x="1243" y="0"/>
                    </a:lnTo>
                    <a:lnTo>
                      <a:pt x="0" y="1243"/>
                    </a:lnTo>
                    <a:lnTo>
                      <a:pt x="2485" y="124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19"/>
              <p:cNvSpPr/>
              <p:nvPr/>
            </p:nvSpPr>
            <p:spPr>
              <a:xfrm>
                <a:off x="6788697" y="4331663"/>
                <a:ext cx="1463135" cy="1464313"/>
              </a:xfrm>
              <a:custGeom>
                <a:rect b="b" l="l" r="r" t="t"/>
                <a:pathLst>
                  <a:path extrusionOk="0" h="1243" w="1242">
                    <a:moveTo>
                      <a:pt x="1242" y="1243"/>
                    </a:moveTo>
                    <a:lnTo>
                      <a:pt x="0" y="0"/>
                    </a:lnTo>
                    <a:lnTo>
                      <a:pt x="0" y="1243"/>
                    </a:lnTo>
                    <a:lnTo>
                      <a:pt x="1242" y="12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96" name="Google Shape;496;p19"/>
            <p:cNvGrpSpPr/>
            <p:nvPr/>
          </p:nvGrpSpPr>
          <p:grpSpPr>
            <a:xfrm flipH="1" rot="10800000">
              <a:off x="-1578" y="2987751"/>
              <a:ext cx="1736824" cy="2155756"/>
              <a:chOff x="-1587" y="190501"/>
              <a:chExt cx="2211388" cy="2744788"/>
            </a:xfrm>
          </p:grpSpPr>
          <p:sp>
            <p:nvSpPr>
              <p:cNvPr id="497" name="Google Shape;497;p19"/>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19"/>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19"/>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0" name="Google Shape;500;p19"/>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1" name="Google Shape;501;p19"/>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19"/>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19"/>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19"/>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5" name="Google Shape;505;p19"/>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6" name="Google Shape;506;p19"/>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07" name="Shape 507"/>
        <p:cNvGrpSpPr/>
        <p:nvPr/>
      </p:nvGrpSpPr>
      <p:grpSpPr>
        <a:xfrm>
          <a:off x="0" y="0"/>
          <a:ext cx="0" cy="0"/>
          <a:chOff x="0" y="0"/>
          <a:chExt cx="0" cy="0"/>
        </a:xfrm>
      </p:grpSpPr>
      <p:pic>
        <p:nvPicPr>
          <p:cNvPr id="508" name="Google Shape;508;p20"/>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509" name="Google Shape;509;p20"/>
          <p:cNvGrpSpPr/>
          <p:nvPr/>
        </p:nvGrpSpPr>
        <p:grpSpPr>
          <a:xfrm>
            <a:off x="-606221" y="-272305"/>
            <a:ext cx="10327141" cy="6382262"/>
            <a:chOff x="-606221" y="-272305"/>
            <a:chExt cx="10327141" cy="6382262"/>
          </a:xfrm>
        </p:grpSpPr>
        <p:grpSp>
          <p:nvGrpSpPr>
            <p:cNvPr id="510" name="Google Shape;510;p20"/>
            <p:cNvGrpSpPr/>
            <p:nvPr/>
          </p:nvGrpSpPr>
          <p:grpSpPr>
            <a:xfrm flipH="1">
              <a:off x="7984097" y="-272305"/>
              <a:ext cx="1736824" cy="2155756"/>
              <a:chOff x="-1587" y="190501"/>
              <a:chExt cx="2211388" cy="2744788"/>
            </a:xfrm>
          </p:grpSpPr>
          <p:sp>
            <p:nvSpPr>
              <p:cNvPr id="511" name="Google Shape;511;p20"/>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20"/>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20"/>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4" name="Google Shape;514;p20"/>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20"/>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6" name="Google Shape;516;p20"/>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7" name="Google Shape;517;p20"/>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8" name="Google Shape;518;p20"/>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9" name="Google Shape;519;p20"/>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0" name="Google Shape;520;p20"/>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21" name="Google Shape;521;p20"/>
            <p:cNvGrpSpPr/>
            <p:nvPr/>
          </p:nvGrpSpPr>
          <p:grpSpPr>
            <a:xfrm flipH="1">
              <a:off x="-606221" y="3954064"/>
              <a:ext cx="2638908" cy="2155893"/>
              <a:chOff x="322263" y="3765551"/>
              <a:chExt cx="3556000" cy="2905125"/>
            </a:xfrm>
          </p:grpSpPr>
          <p:sp>
            <p:nvSpPr>
              <p:cNvPr id="522" name="Google Shape;522;p20"/>
              <p:cNvSpPr/>
              <p:nvPr/>
            </p:nvSpPr>
            <p:spPr>
              <a:xfrm>
                <a:off x="1657350" y="4716463"/>
                <a:ext cx="896938" cy="898525"/>
              </a:xfrm>
              <a:custGeom>
                <a:rect b="b" l="l" r="r" t="t"/>
                <a:pathLst>
                  <a:path extrusionOk="0" h="566" w="565">
                    <a:moveTo>
                      <a:pt x="565" y="172"/>
                    </a:moveTo>
                    <a:lnTo>
                      <a:pt x="394" y="0"/>
                    </a:lnTo>
                    <a:lnTo>
                      <a:pt x="136" y="258"/>
                    </a:lnTo>
                    <a:lnTo>
                      <a:pt x="136" y="258"/>
                    </a:lnTo>
                    <a:lnTo>
                      <a:pt x="0" y="394"/>
                    </a:lnTo>
                    <a:lnTo>
                      <a:pt x="171" y="566"/>
                    </a:lnTo>
                    <a:lnTo>
                      <a:pt x="337" y="400"/>
                    </a:lnTo>
                    <a:lnTo>
                      <a:pt x="337" y="400"/>
                    </a:lnTo>
                    <a:lnTo>
                      <a:pt x="565" y="17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3" name="Google Shape;523;p20"/>
              <p:cNvSpPr/>
              <p:nvPr/>
            </p:nvSpPr>
            <p:spPr>
              <a:xfrm>
                <a:off x="1211263" y="5526088"/>
                <a:ext cx="534988" cy="534988"/>
              </a:xfrm>
              <a:custGeom>
                <a:rect b="b" l="l" r="r" t="t"/>
                <a:pathLst>
                  <a:path extrusionOk="0" h="337" w="337">
                    <a:moveTo>
                      <a:pt x="337" y="171"/>
                    </a:moveTo>
                    <a:lnTo>
                      <a:pt x="165" y="0"/>
                    </a:lnTo>
                    <a:lnTo>
                      <a:pt x="0" y="165"/>
                    </a:lnTo>
                    <a:lnTo>
                      <a:pt x="171" y="337"/>
                    </a:lnTo>
                    <a:lnTo>
                      <a:pt x="337"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4" name="Google Shape;524;p20"/>
              <p:cNvSpPr/>
              <p:nvPr/>
            </p:nvSpPr>
            <p:spPr>
              <a:xfrm>
                <a:off x="763588" y="5973763"/>
                <a:ext cx="536575" cy="534988"/>
              </a:xfrm>
              <a:custGeom>
                <a:rect b="b" l="l" r="r" t="t"/>
                <a:pathLst>
                  <a:path extrusionOk="0" h="337" w="338">
                    <a:moveTo>
                      <a:pt x="338" y="171"/>
                    </a:moveTo>
                    <a:lnTo>
                      <a:pt x="166" y="0"/>
                    </a:lnTo>
                    <a:lnTo>
                      <a:pt x="0" y="165"/>
                    </a:lnTo>
                    <a:lnTo>
                      <a:pt x="172" y="337"/>
                    </a:lnTo>
                    <a:lnTo>
                      <a:pt x="338" y="17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5" name="Google Shape;525;p20"/>
              <p:cNvSpPr/>
              <p:nvPr/>
            </p:nvSpPr>
            <p:spPr>
              <a:xfrm>
                <a:off x="322263" y="6413500"/>
                <a:ext cx="514350" cy="257175"/>
              </a:xfrm>
              <a:custGeom>
                <a:rect b="b" l="l" r="r" t="t"/>
                <a:pathLst>
                  <a:path extrusionOk="0" h="162" w="324">
                    <a:moveTo>
                      <a:pt x="324" y="162"/>
                    </a:moveTo>
                    <a:lnTo>
                      <a:pt x="162" y="0"/>
                    </a:lnTo>
                    <a:lnTo>
                      <a:pt x="0" y="162"/>
                    </a:lnTo>
                    <a:lnTo>
                      <a:pt x="324" y="16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6" name="Google Shape;526;p20"/>
              <p:cNvSpPr/>
              <p:nvPr/>
            </p:nvSpPr>
            <p:spPr>
              <a:xfrm>
                <a:off x="2490788" y="3765551"/>
                <a:ext cx="1387475" cy="1020763"/>
              </a:xfrm>
              <a:custGeom>
                <a:rect b="b" l="l" r="r" t="t"/>
                <a:pathLst>
                  <a:path extrusionOk="0" h="643" w="874">
                    <a:moveTo>
                      <a:pt x="458" y="0"/>
                    </a:moveTo>
                    <a:lnTo>
                      <a:pt x="0" y="456"/>
                    </a:lnTo>
                    <a:lnTo>
                      <a:pt x="189" y="643"/>
                    </a:lnTo>
                    <a:lnTo>
                      <a:pt x="458" y="375"/>
                    </a:lnTo>
                    <a:lnTo>
                      <a:pt x="686" y="604"/>
                    </a:lnTo>
                    <a:lnTo>
                      <a:pt x="874" y="417"/>
                    </a:lnTo>
                    <a:lnTo>
                      <a:pt x="45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rimson Text SemiBold"/>
              <a:buNone/>
              <a:defRPr sz="3000">
                <a:solidFill>
                  <a:schemeClr val="dk1"/>
                </a:solidFill>
                <a:latin typeface="Crimson Text SemiBold"/>
                <a:ea typeface="Crimson Text SemiBold"/>
                <a:cs typeface="Crimson Text SemiBold"/>
                <a:sym typeface="Crimson Text SemiBold"/>
              </a:defRPr>
            </a:lvl1pPr>
            <a:lvl2pPr lvl="1" rtl="0">
              <a:spcBef>
                <a:spcPts val="0"/>
              </a:spcBef>
              <a:spcAft>
                <a:spcPts val="0"/>
              </a:spcAft>
              <a:buClr>
                <a:schemeClr val="dk1"/>
              </a:buClr>
              <a:buSzPts val="3000"/>
              <a:buFont typeface="Crimson Text SemiBold"/>
              <a:buNone/>
              <a:defRPr sz="3000">
                <a:solidFill>
                  <a:schemeClr val="dk1"/>
                </a:solidFill>
                <a:latin typeface="Crimson Text SemiBold"/>
                <a:ea typeface="Crimson Text SemiBold"/>
                <a:cs typeface="Crimson Text SemiBold"/>
                <a:sym typeface="Crimson Text SemiBold"/>
              </a:defRPr>
            </a:lvl2pPr>
            <a:lvl3pPr lvl="2" rtl="0">
              <a:spcBef>
                <a:spcPts val="0"/>
              </a:spcBef>
              <a:spcAft>
                <a:spcPts val="0"/>
              </a:spcAft>
              <a:buClr>
                <a:schemeClr val="dk1"/>
              </a:buClr>
              <a:buSzPts val="3000"/>
              <a:buFont typeface="Crimson Text SemiBold"/>
              <a:buNone/>
              <a:defRPr sz="3000">
                <a:solidFill>
                  <a:schemeClr val="dk1"/>
                </a:solidFill>
                <a:latin typeface="Crimson Text SemiBold"/>
                <a:ea typeface="Crimson Text SemiBold"/>
                <a:cs typeface="Crimson Text SemiBold"/>
                <a:sym typeface="Crimson Text SemiBold"/>
              </a:defRPr>
            </a:lvl3pPr>
            <a:lvl4pPr lvl="3" rtl="0">
              <a:spcBef>
                <a:spcPts val="0"/>
              </a:spcBef>
              <a:spcAft>
                <a:spcPts val="0"/>
              </a:spcAft>
              <a:buClr>
                <a:schemeClr val="dk1"/>
              </a:buClr>
              <a:buSzPts val="3000"/>
              <a:buFont typeface="Crimson Text SemiBold"/>
              <a:buNone/>
              <a:defRPr sz="3000">
                <a:solidFill>
                  <a:schemeClr val="dk1"/>
                </a:solidFill>
                <a:latin typeface="Crimson Text SemiBold"/>
                <a:ea typeface="Crimson Text SemiBold"/>
                <a:cs typeface="Crimson Text SemiBold"/>
                <a:sym typeface="Crimson Text SemiBold"/>
              </a:defRPr>
            </a:lvl4pPr>
            <a:lvl5pPr lvl="4" rtl="0">
              <a:spcBef>
                <a:spcPts val="0"/>
              </a:spcBef>
              <a:spcAft>
                <a:spcPts val="0"/>
              </a:spcAft>
              <a:buClr>
                <a:schemeClr val="dk1"/>
              </a:buClr>
              <a:buSzPts val="3000"/>
              <a:buFont typeface="Crimson Text SemiBold"/>
              <a:buNone/>
              <a:defRPr sz="3000">
                <a:solidFill>
                  <a:schemeClr val="dk1"/>
                </a:solidFill>
                <a:latin typeface="Crimson Text SemiBold"/>
                <a:ea typeface="Crimson Text SemiBold"/>
                <a:cs typeface="Crimson Text SemiBold"/>
                <a:sym typeface="Crimson Text SemiBold"/>
              </a:defRPr>
            </a:lvl5pPr>
            <a:lvl6pPr lvl="5" rtl="0">
              <a:spcBef>
                <a:spcPts val="0"/>
              </a:spcBef>
              <a:spcAft>
                <a:spcPts val="0"/>
              </a:spcAft>
              <a:buClr>
                <a:schemeClr val="dk1"/>
              </a:buClr>
              <a:buSzPts val="3000"/>
              <a:buFont typeface="Crimson Text SemiBold"/>
              <a:buNone/>
              <a:defRPr sz="3000">
                <a:solidFill>
                  <a:schemeClr val="dk1"/>
                </a:solidFill>
                <a:latin typeface="Crimson Text SemiBold"/>
                <a:ea typeface="Crimson Text SemiBold"/>
                <a:cs typeface="Crimson Text SemiBold"/>
                <a:sym typeface="Crimson Text SemiBold"/>
              </a:defRPr>
            </a:lvl6pPr>
            <a:lvl7pPr lvl="6" rtl="0">
              <a:spcBef>
                <a:spcPts val="0"/>
              </a:spcBef>
              <a:spcAft>
                <a:spcPts val="0"/>
              </a:spcAft>
              <a:buClr>
                <a:schemeClr val="dk1"/>
              </a:buClr>
              <a:buSzPts val="3000"/>
              <a:buFont typeface="Crimson Text SemiBold"/>
              <a:buNone/>
              <a:defRPr sz="3000">
                <a:solidFill>
                  <a:schemeClr val="dk1"/>
                </a:solidFill>
                <a:latin typeface="Crimson Text SemiBold"/>
                <a:ea typeface="Crimson Text SemiBold"/>
                <a:cs typeface="Crimson Text SemiBold"/>
                <a:sym typeface="Crimson Text SemiBold"/>
              </a:defRPr>
            </a:lvl7pPr>
            <a:lvl8pPr lvl="7" rtl="0">
              <a:spcBef>
                <a:spcPts val="0"/>
              </a:spcBef>
              <a:spcAft>
                <a:spcPts val="0"/>
              </a:spcAft>
              <a:buClr>
                <a:schemeClr val="dk1"/>
              </a:buClr>
              <a:buSzPts val="3000"/>
              <a:buFont typeface="Crimson Text SemiBold"/>
              <a:buNone/>
              <a:defRPr sz="3000">
                <a:solidFill>
                  <a:schemeClr val="dk1"/>
                </a:solidFill>
                <a:latin typeface="Crimson Text SemiBold"/>
                <a:ea typeface="Crimson Text SemiBold"/>
                <a:cs typeface="Crimson Text SemiBold"/>
                <a:sym typeface="Crimson Text SemiBold"/>
              </a:defRPr>
            </a:lvl8pPr>
            <a:lvl9pPr lvl="8" rtl="0">
              <a:spcBef>
                <a:spcPts val="0"/>
              </a:spcBef>
              <a:spcAft>
                <a:spcPts val="0"/>
              </a:spcAft>
              <a:buClr>
                <a:schemeClr val="dk1"/>
              </a:buClr>
              <a:buSzPts val="3000"/>
              <a:buFont typeface="Crimson Text SemiBold"/>
              <a:buNone/>
              <a:defRPr sz="3000">
                <a:solidFill>
                  <a:schemeClr val="dk1"/>
                </a:solidFill>
                <a:latin typeface="Crimson Text SemiBold"/>
                <a:ea typeface="Crimson Text SemiBold"/>
                <a:cs typeface="Crimson Text SemiBold"/>
                <a:sym typeface="Crimson Text SemiBol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8.png"/><Relationship Id="rId6"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17.png"/><Relationship Id="rId5" Type="http://schemas.openxmlformats.org/officeDocument/2006/relationships/image" Target="../media/image20.png"/><Relationship Id="rId6"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8.png"/><Relationship Id="rId4" Type="http://schemas.openxmlformats.org/officeDocument/2006/relationships/image" Target="../media/image24.png"/><Relationship Id="rId5" Type="http://schemas.openxmlformats.org/officeDocument/2006/relationships/image" Target="../media/image43.png"/><Relationship Id="rId6" Type="http://schemas.openxmlformats.org/officeDocument/2006/relationships/image" Target="../media/image45.png"/><Relationship Id="rId7" Type="http://schemas.openxmlformats.org/officeDocument/2006/relationships/image" Target="../media/image25.png"/><Relationship Id="rId8"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1.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6.png"/><Relationship Id="rId4" Type="http://schemas.openxmlformats.org/officeDocument/2006/relationships/image" Target="../media/image38.png"/><Relationship Id="rId5" Type="http://schemas.openxmlformats.org/officeDocument/2006/relationships/image" Target="../media/image44.png"/><Relationship Id="rId6" Type="http://schemas.openxmlformats.org/officeDocument/2006/relationships/image" Target="../media/image37.png"/><Relationship Id="rId7" Type="http://schemas.openxmlformats.org/officeDocument/2006/relationships/image" Target="../media/image32.png"/><Relationship Id="rId8" Type="http://schemas.openxmlformats.org/officeDocument/2006/relationships/image" Target="../media/image4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hyperlink" Target="http://www.youtube.com/watch?v=m2JmiuI2ofs" TargetMode="External"/><Relationship Id="rId4" Type="http://schemas.openxmlformats.org/officeDocument/2006/relationships/image" Target="../media/image4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5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46.png"/><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hyperlink" Target="http://www.youtube.com/watch?v=6NuwQ-YY2Cg" TargetMode="External"/><Relationship Id="rId4" Type="http://schemas.openxmlformats.org/officeDocument/2006/relationships/image" Target="../media/image4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3.pn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21"/>
          <p:cNvSpPr txBox="1"/>
          <p:nvPr>
            <p:ph type="ctrTitle"/>
          </p:nvPr>
        </p:nvSpPr>
        <p:spPr>
          <a:xfrm>
            <a:off x="911150" y="1052700"/>
            <a:ext cx="5870400" cy="256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400">
                <a:solidFill>
                  <a:srgbClr val="27170A"/>
                </a:solidFill>
              </a:rPr>
              <a:t>課程人數預測系統</a:t>
            </a:r>
            <a:r>
              <a:rPr lang="en" sz="5400">
                <a:solidFill>
                  <a:srgbClr val="27170A"/>
                </a:solidFill>
              </a:rPr>
              <a:t> </a:t>
            </a:r>
            <a:endParaRPr sz="5400">
              <a:solidFill>
                <a:srgbClr val="27170A"/>
              </a:solidFill>
            </a:endParaRPr>
          </a:p>
          <a:p>
            <a:pPr indent="0" lvl="0" marL="0" rtl="0" algn="l">
              <a:spcBef>
                <a:spcPts val="0"/>
              </a:spcBef>
              <a:spcAft>
                <a:spcPts val="0"/>
              </a:spcAft>
              <a:buNone/>
            </a:pPr>
            <a:r>
              <a:rPr i="1" lang="en" sz="4900">
                <a:solidFill>
                  <a:srgbClr val="27170A"/>
                </a:solidFill>
              </a:rPr>
              <a:t>資料科學導論 </a:t>
            </a:r>
            <a:endParaRPr i="1" sz="4900">
              <a:solidFill>
                <a:srgbClr val="27170A"/>
              </a:solidFill>
            </a:endParaRPr>
          </a:p>
          <a:p>
            <a:pPr indent="0" lvl="0" marL="0" rtl="0" algn="l">
              <a:spcBef>
                <a:spcPts val="0"/>
              </a:spcBef>
              <a:spcAft>
                <a:spcPts val="0"/>
              </a:spcAft>
              <a:buNone/>
            </a:pPr>
            <a:r>
              <a:rPr i="1" lang="en" sz="4900">
                <a:solidFill>
                  <a:schemeClr val="lt2"/>
                </a:solidFill>
              </a:rPr>
              <a:t>期末專題報告</a:t>
            </a:r>
            <a:endParaRPr i="1" sz="4700">
              <a:solidFill>
                <a:schemeClr val="lt2"/>
              </a:solidFill>
            </a:endParaRPr>
          </a:p>
        </p:txBody>
      </p:sp>
      <p:sp>
        <p:nvSpPr>
          <p:cNvPr id="532" name="Google Shape;532;p21"/>
          <p:cNvSpPr txBox="1"/>
          <p:nvPr>
            <p:ph idx="1" type="subTitle"/>
          </p:nvPr>
        </p:nvSpPr>
        <p:spPr>
          <a:xfrm>
            <a:off x="911150" y="3614997"/>
            <a:ext cx="45288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組員 施淳譯|蔡譯潁|陳亭蓁</a:t>
            </a:r>
            <a:br>
              <a:rPr lang="en"/>
            </a:br>
            <a:r>
              <a:rPr lang="en"/>
              <a:t>組名 ChenPolo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Introduction of Problems</a:t>
            </a:r>
            <a:endParaRPr/>
          </a:p>
        </p:txBody>
      </p:sp>
      <p:sp>
        <p:nvSpPr>
          <p:cNvPr id="538" name="Google Shape;538;p22"/>
          <p:cNvSpPr txBox="1"/>
          <p:nvPr>
            <p:ph idx="2" type="subTitle"/>
          </p:nvPr>
        </p:nvSpPr>
        <p:spPr>
          <a:xfrm>
            <a:off x="818925" y="1267800"/>
            <a:ext cx="7168800" cy="313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課程選課人數的預測以及課程熱門度的評估對於教育機構而言具有重要意義，能夠幫助優化資源分配並改善課程規劃。我們這次的期末專題以成大的歷年選課數據為基礎，運用數據分析與機器學習技術，實現以下目標：</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1.預測113學年第1學期以及第2學期的課程選課人數與剩餘名額</a:t>
            </a:r>
            <a:endParaRPr sz="2000"/>
          </a:p>
          <a:p>
            <a:pPr indent="0" lvl="0" marL="0" rtl="0" algn="l">
              <a:spcBef>
                <a:spcPts val="0"/>
              </a:spcBef>
              <a:spcAft>
                <a:spcPts val="0"/>
              </a:spcAft>
              <a:buNone/>
            </a:pPr>
            <a:r>
              <a:rPr lang="en" sz="2000"/>
              <a:t>2.評估課程熱門度，並為其分配高、中、低等三個標籤</a:t>
            </a:r>
            <a:endParaRPr sz="2000"/>
          </a:p>
          <a:p>
            <a:pPr indent="0" lvl="0" marL="0" rtl="0" algn="l">
              <a:spcBef>
                <a:spcPts val="0"/>
              </a:spcBef>
              <a:spcAft>
                <a:spcPts val="0"/>
              </a:spcAft>
              <a:buNone/>
            </a:pPr>
            <a:r>
              <a:rPr lang="en" sz="2000"/>
              <a:t>3.利用歷年課程人數的資訊預測新開課程的選課人數</a:t>
            </a:r>
            <a:endParaRPr sz="2000"/>
          </a:p>
          <a:p>
            <a:pPr indent="0" lvl="0" marL="0" rtl="0" algn="l">
              <a:spcBef>
                <a:spcPts val="0"/>
              </a:spcBef>
              <a:spcAft>
                <a:spcPts val="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23"/>
          <p:cNvSpPr txBox="1"/>
          <p:nvPr>
            <p:ph type="title"/>
          </p:nvPr>
        </p:nvSpPr>
        <p:spPr>
          <a:xfrm>
            <a:off x="713225" y="2079575"/>
            <a:ext cx="5144700" cy="151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Description and Preprocessing</a:t>
            </a:r>
            <a:endParaRPr/>
          </a:p>
        </p:txBody>
      </p:sp>
      <p:sp>
        <p:nvSpPr>
          <p:cNvPr id="544" name="Google Shape;544;p23"/>
          <p:cNvSpPr txBox="1"/>
          <p:nvPr>
            <p:ph idx="2" type="title"/>
          </p:nvPr>
        </p:nvSpPr>
        <p:spPr>
          <a:xfrm>
            <a:off x="713225" y="1012925"/>
            <a:ext cx="16521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545" name="Google Shape;545;p23"/>
          <p:cNvSpPr txBox="1"/>
          <p:nvPr>
            <p:ph idx="1" type="subTitle"/>
          </p:nvPr>
        </p:nvSpPr>
        <p:spPr>
          <a:xfrm>
            <a:off x="713225" y="3741725"/>
            <a:ext cx="5144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pic>
        <p:nvPicPr>
          <p:cNvPr id="550" name="Google Shape;550;p24"/>
          <p:cNvPicPr preferRelativeResize="0"/>
          <p:nvPr>
            <p:ph idx="2" type="pic"/>
          </p:nvPr>
        </p:nvPicPr>
        <p:blipFill rotWithShape="1">
          <a:blip r:embed="rId3">
            <a:alphaModFix/>
          </a:blip>
          <a:srcRect b="0" l="4287" r="4287" t="0"/>
          <a:stretch/>
        </p:blipFill>
        <p:spPr>
          <a:xfrm>
            <a:off x="91288" y="-10487"/>
            <a:ext cx="9144003" cy="5157301"/>
          </a:xfrm>
          <a:prstGeom prst="rect">
            <a:avLst/>
          </a:prstGeom>
        </p:spPr>
      </p:pic>
      <p:grpSp>
        <p:nvGrpSpPr>
          <p:cNvPr id="551" name="Google Shape;551;p24"/>
          <p:cNvGrpSpPr/>
          <p:nvPr/>
        </p:nvGrpSpPr>
        <p:grpSpPr>
          <a:xfrm flipH="1">
            <a:off x="-1578" y="-272305"/>
            <a:ext cx="9329728" cy="5680918"/>
            <a:chOff x="-1578" y="-272305"/>
            <a:chExt cx="9329728" cy="5680918"/>
          </a:xfrm>
        </p:grpSpPr>
        <p:grpSp>
          <p:nvGrpSpPr>
            <p:cNvPr id="552" name="Google Shape;552;p24"/>
            <p:cNvGrpSpPr/>
            <p:nvPr/>
          </p:nvGrpSpPr>
          <p:grpSpPr>
            <a:xfrm>
              <a:off x="8251825" y="3252788"/>
              <a:ext cx="1076325" cy="2155825"/>
              <a:chOff x="11114088" y="357188"/>
              <a:chExt cx="1076325" cy="2155825"/>
            </a:xfrm>
          </p:grpSpPr>
          <p:sp>
            <p:nvSpPr>
              <p:cNvPr id="553" name="Google Shape;553;p24"/>
              <p:cNvSpPr/>
              <p:nvPr/>
            </p:nvSpPr>
            <p:spPr>
              <a:xfrm>
                <a:off x="12052300" y="357188"/>
                <a:ext cx="138113" cy="277813"/>
              </a:xfrm>
              <a:custGeom>
                <a:rect b="b" l="l" r="r" t="t"/>
                <a:pathLst>
                  <a:path extrusionOk="0" h="175" w="87">
                    <a:moveTo>
                      <a:pt x="87" y="175"/>
                    </a:moveTo>
                    <a:lnTo>
                      <a:pt x="87" y="0"/>
                    </a:lnTo>
                    <a:lnTo>
                      <a:pt x="59" y="29"/>
                    </a:lnTo>
                    <a:lnTo>
                      <a:pt x="59" y="29"/>
                    </a:lnTo>
                    <a:lnTo>
                      <a:pt x="0" y="87"/>
                    </a:lnTo>
                    <a:lnTo>
                      <a:pt x="87" y="17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4" name="Google Shape;554;p24"/>
              <p:cNvSpPr/>
              <p:nvPr/>
            </p:nvSpPr>
            <p:spPr>
              <a:xfrm>
                <a:off x="11864975" y="577850"/>
                <a:ext cx="325438" cy="433388"/>
              </a:xfrm>
              <a:custGeom>
                <a:rect b="b" l="l" r="r" t="t"/>
                <a:pathLst>
                  <a:path extrusionOk="0" h="273" w="205">
                    <a:moveTo>
                      <a:pt x="205" y="139"/>
                    </a:moveTo>
                    <a:lnTo>
                      <a:pt x="66" y="0"/>
                    </a:lnTo>
                    <a:lnTo>
                      <a:pt x="0" y="67"/>
                    </a:lnTo>
                    <a:lnTo>
                      <a:pt x="205" y="273"/>
                    </a:lnTo>
                    <a:lnTo>
                      <a:pt x="205" y="13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5" name="Google Shape;555;p24"/>
              <p:cNvSpPr/>
              <p:nvPr/>
            </p:nvSpPr>
            <p:spPr>
              <a:xfrm>
                <a:off x="11676063" y="765176"/>
                <a:ext cx="514350" cy="620713"/>
              </a:xfrm>
              <a:custGeom>
                <a:rect b="b" l="l" r="r" t="t"/>
                <a:pathLst>
                  <a:path extrusionOk="0" h="391" w="324">
                    <a:moveTo>
                      <a:pt x="324" y="257"/>
                    </a:moveTo>
                    <a:lnTo>
                      <a:pt x="67" y="0"/>
                    </a:lnTo>
                    <a:lnTo>
                      <a:pt x="0" y="67"/>
                    </a:lnTo>
                    <a:lnTo>
                      <a:pt x="324" y="391"/>
                    </a:lnTo>
                    <a:lnTo>
                      <a:pt x="324" y="25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24"/>
              <p:cNvSpPr/>
              <p:nvPr/>
            </p:nvSpPr>
            <p:spPr>
              <a:xfrm>
                <a:off x="11114088" y="1328738"/>
                <a:ext cx="1076325" cy="1184275"/>
              </a:xfrm>
              <a:custGeom>
                <a:rect b="b" l="l" r="r" t="t"/>
                <a:pathLst>
                  <a:path extrusionOk="0" h="746" w="678">
                    <a:moveTo>
                      <a:pt x="678" y="611"/>
                    </a:moveTo>
                    <a:lnTo>
                      <a:pt x="67" y="0"/>
                    </a:lnTo>
                    <a:lnTo>
                      <a:pt x="0" y="67"/>
                    </a:lnTo>
                    <a:lnTo>
                      <a:pt x="678" y="746"/>
                    </a:lnTo>
                    <a:lnTo>
                      <a:pt x="678" y="61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24"/>
              <p:cNvSpPr/>
              <p:nvPr/>
            </p:nvSpPr>
            <p:spPr>
              <a:xfrm>
                <a:off x="11299825" y="1139826"/>
                <a:ext cx="890588" cy="996950"/>
              </a:xfrm>
              <a:custGeom>
                <a:rect b="b" l="l" r="r" t="t"/>
                <a:pathLst>
                  <a:path extrusionOk="0" h="628" w="561">
                    <a:moveTo>
                      <a:pt x="561" y="493"/>
                    </a:moveTo>
                    <a:lnTo>
                      <a:pt x="68" y="0"/>
                    </a:lnTo>
                    <a:lnTo>
                      <a:pt x="0" y="68"/>
                    </a:lnTo>
                    <a:lnTo>
                      <a:pt x="561" y="628"/>
                    </a:lnTo>
                    <a:lnTo>
                      <a:pt x="561" y="49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24"/>
              <p:cNvSpPr/>
              <p:nvPr/>
            </p:nvSpPr>
            <p:spPr>
              <a:xfrm>
                <a:off x="11488738" y="952501"/>
                <a:ext cx="701675" cy="809625"/>
              </a:xfrm>
              <a:custGeom>
                <a:rect b="b" l="l" r="r" t="t"/>
                <a:pathLst>
                  <a:path extrusionOk="0" h="510" w="442">
                    <a:moveTo>
                      <a:pt x="442" y="375"/>
                    </a:moveTo>
                    <a:lnTo>
                      <a:pt x="68" y="0"/>
                    </a:lnTo>
                    <a:lnTo>
                      <a:pt x="0" y="68"/>
                    </a:lnTo>
                    <a:lnTo>
                      <a:pt x="442" y="510"/>
                    </a:lnTo>
                    <a:lnTo>
                      <a:pt x="442" y="37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59" name="Google Shape;559;p24"/>
            <p:cNvGrpSpPr/>
            <p:nvPr/>
          </p:nvGrpSpPr>
          <p:grpSpPr>
            <a:xfrm>
              <a:off x="-1578" y="-272305"/>
              <a:ext cx="1736824" cy="2155756"/>
              <a:chOff x="-1587" y="190501"/>
              <a:chExt cx="2211388" cy="2744788"/>
            </a:xfrm>
          </p:grpSpPr>
          <p:sp>
            <p:nvSpPr>
              <p:cNvPr id="560" name="Google Shape;560;p24"/>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1" name="Google Shape;561;p24"/>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24"/>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24"/>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24"/>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24"/>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24"/>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7" name="Google Shape;567;p24"/>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8" name="Google Shape;568;p24"/>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9" name="Google Shape;569;p24"/>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70" name="Google Shape;570;p24"/>
          <p:cNvSpPr/>
          <p:nvPr/>
        </p:nvSpPr>
        <p:spPr>
          <a:xfrm>
            <a:off x="726750" y="4014450"/>
            <a:ext cx="7704000" cy="58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71" name="Google Shape;571;p24"/>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爬取資料：成大歷年選課網站</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pic>
        <p:nvPicPr>
          <p:cNvPr id="576" name="Google Shape;576;p25"/>
          <p:cNvPicPr preferRelativeResize="0"/>
          <p:nvPr>
            <p:ph idx="2" type="pic"/>
          </p:nvPr>
        </p:nvPicPr>
        <p:blipFill rotWithShape="1">
          <a:blip r:embed="rId3">
            <a:alphaModFix/>
          </a:blip>
          <a:srcRect b="3908" l="0" r="0" t="3908"/>
          <a:stretch/>
        </p:blipFill>
        <p:spPr>
          <a:xfrm>
            <a:off x="91288" y="-10487"/>
            <a:ext cx="9144003" cy="5157301"/>
          </a:xfrm>
          <a:prstGeom prst="rect">
            <a:avLst/>
          </a:prstGeom>
        </p:spPr>
      </p:pic>
      <p:grpSp>
        <p:nvGrpSpPr>
          <p:cNvPr id="577" name="Google Shape;577;p25"/>
          <p:cNvGrpSpPr/>
          <p:nvPr/>
        </p:nvGrpSpPr>
        <p:grpSpPr>
          <a:xfrm flipH="1">
            <a:off x="-1578" y="-272305"/>
            <a:ext cx="9329728" cy="5680918"/>
            <a:chOff x="-1578" y="-272305"/>
            <a:chExt cx="9329728" cy="5680918"/>
          </a:xfrm>
        </p:grpSpPr>
        <p:grpSp>
          <p:nvGrpSpPr>
            <p:cNvPr id="578" name="Google Shape;578;p25"/>
            <p:cNvGrpSpPr/>
            <p:nvPr/>
          </p:nvGrpSpPr>
          <p:grpSpPr>
            <a:xfrm>
              <a:off x="8251825" y="3252788"/>
              <a:ext cx="1076325" cy="2155825"/>
              <a:chOff x="11114088" y="357188"/>
              <a:chExt cx="1076325" cy="2155825"/>
            </a:xfrm>
          </p:grpSpPr>
          <p:sp>
            <p:nvSpPr>
              <p:cNvPr id="579" name="Google Shape;579;p25"/>
              <p:cNvSpPr/>
              <p:nvPr/>
            </p:nvSpPr>
            <p:spPr>
              <a:xfrm>
                <a:off x="12052300" y="357188"/>
                <a:ext cx="138113" cy="277813"/>
              </a:xfrm>
              <a:custGeom>
                <a:rect b="b" l="l" r="r" t="t"/>
                <a:pathLst>
                  <a:path extrusionOk="0" h="175" w="87">
                    <a:moveTo>
                      <a:pt x="87" y="175"/>
                    </a:moveTo>
                    <a:lnTo>
                      <a:pt x="87" y="0"/>
                    </a:lnTo>
                    <a:lnTo>
                      <a:pt x="59" y="29"/>
                    </a:lnTo>
                    <a:lnTo>
                      <a:pt x="59" y="29"/>
                    </a:lnTo>
                    <a:lnTo>
                      <a:pt x="0" y="87"/>
                    </a:lnTo>
                    <a:lnTo>
                      <a:pt x="87" y="17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0" name="Google Shape;580;p25"/>
              <p:cNvSpPr/>
              <p:nvPr/>
            </p:nvSpPr>
            <p:spPr>
              <a:xfrm>
                <a:off x="11864975" y="577850"/>
                <a:ext cx="325438" cy="433388"/>
              </a:xfrm>
              <a:custGeom>
                <a:rect b="b" l="l" r="r" t="t"/>
                <a:pathLst>
                  <a:path extrusionOk="0" h="273" w="205">
                    <a:moveTo>
                      <a:pt x="205" y="139"/>
                    </a:moveTo>
                    <a:lnTo>
                      <a:pt x="66" y="0"/>
                    </a:lnTo>
                    <a:lnTo>
                      <a:pt x="0" y="67"/>
                    </a:lnTo>
                    <a:lnTo>
                      <a:pt x="205" y="273"/>
                    </a:lnTo>
                    <a:lnTo>
                      <a:pt x="205" y="13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1" name="Google Shape;581;p25"/>
              <p:cNvSpPr/>
              <p:nvPr/>
            </p:nvSpPr>
            <p:spPr>
              <a:xfrm>
                <a:off x="11676063" y="765176"/>
                <a:ext cx="514350" cy="620713"/>
              </a:xfrm>
              <a:custGeom>
                <a:rect b="b" l="l" r="r" t="t"/>
                <a:pathLst>
                  <a:path extrusionOk="0" h="391" w="324">
                    <a:moveTo>
                      <a:pt x="324" y="257"/>
                    </a:moveTo>
                    <a:lnTo>
                      <a:pt x="67" y="0"/>
                    </a:lnTo>
                    <a:lnTo>
                      <a:pt x="0" y="67"/>
                    </a:lnTo>
                    <a:lnTo>
                      <a:pt x="324" y="391"/>
                    </a:lnTo>
                    <a:lnTo>
                      <a:pt x="324" y="25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2" name="Google Shape;582;p25"/>
              <p:cNvSpPr/>
              <p:nvPr/>
            </p:nvSpPr>
            <p:spPr>
              <a:xfrm>
                <a:off x="11114088" y="1328738"/>
                <a:ext cx="1076325" cy="1184275"/>
              </a:xfrm>
              <a:custGeom>
                <a:rect b="b" l="l" r="r" t="t"/>
                <a:pathLst>
                  <a:path extrusionOk="0" h="746" w="678">
                    <a:moveTo>
                      <a:pt x="678" y="611"/>
                    </a:moveTo>
                    <a:lnTo>
                      <a:pt x="67" y="0"/>
                    </a:lnTo>
                    <a:lnTo>
                      <a:pt x="0" y="67"/>
                    </a:lnTo>
                    <a:lnTo>
                      <a:pt x="678" y="746"/>
                    </a:lnTo>
                    <a:lnTo>
                      <a:pt x="678" y="61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3" name="Google Shape;583;p25"/>
              <p:cNvSpPr/>
              <p:nvPr/>
            </p:nvSpPr>
            <p:spPr>
              <a:xfrm>
                <a:off x="11299825" y="1139826"/>
                <a:ext cx="890588" cy="996950"/>
              </a:xfrm>
              <a:custGeom>
                <a:rect b="b" l="l" r="r" t="t"/>
                <a:pathLst>
                  <a:path extrusionOk="0" h="628" w="561">
                    <a:moveTo>
                      <a:pt x="561" y="493"/>
                    </a:moveTo>
                    <a:lnTo>
                      <a:pt x="68" y="0"/>
                    </a:lnTo>
                    <a:lnTo>
                      <a:pt x="0" y="68"/>
                    </a:lnTo>
                    <a:lnTo>
                      <a:pt x="561" y="628"/>
                    </a:lnTo>
                    <a:lnTo>
                      <a:pt x="561" y="49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4" name="Google Shape;584;p25"/>
              <p:cNvSpPr/>
              <p:nvPr/>
            </p:nvSpPr>
            <p:spPr>
              <a:xfrm>
                <a:off x="11488738" y="952501"/>
                <a:ext cx="701675" cy="809625"/>
              </a:xfrm>
              <a:custGeom>
                <a:rect b="b" l="l" r="r" t="t"/>
                <a:pathLst>
                  <a:path extrusionOk="0" h="510" w="442">
                    <a:moveTo>
                      <a:pt x="442" y="375"/>
                    </a:moveTo>
                    <a:lnTo>
                      <a:pt x="68" y="0"/>
                    </a:lnTo>
                    <a:lnTo>
                      <a:pt x="0" y="68"/>
                    </a:lnTo>
                    <a:lnTo>
                      <a:pt x="442" y="510"/>
                    </a:lnTo>
                    <a:lnTo>
                      <a:pt x="442" y="37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85" name="Google Shape;585;p25"/>
            <p:cNvGrpSpPr/>
            <p:nvPr/>
          </p:nvGrpSpPr>
          <p:grpSpPr>
            <a:xfrm>
              <a:off x="-1578" y="-272305"/>
              <a:ext cx="1736824" cy="2155756"/>
              <a:chOff x="-1587" y="190501"/>
              <a:chExt cx="2211388" cy="2744788"/>
            </a:xfrm>
          </p:grpSpPr>
          <p:sp>
            <p:nvSpPr>
              <p:cNvPr id="586" name="Google Shape;586;p25"/>
              <p:cNvSpPr/>
              <p:nvPr/>
            </p:nvSpPr>
            <p:spPr>
              <a:xfrm>
                <a:off x="1000125" y="190501"/>
                <a:ext cx="987425" cy="871538"/>
              </a:xfrm>
              <a:custGeom>
                <a:rect b="b" l="l" r="r" t="t"/>
                <a:pathLst>
                  <a:path extrusionOk="0" h="549" w="622">
                    <a:moveTo>
                      <a:pt x="0" y="0"/>
                    </a:moveTo>
                    <a:lnTo>
                      <a:pt x="549" y="549"/>
                    </a:lnTo>
                    <a:lnTo>
                      <a:pt x="622" y="476"/>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7" name="Google Shape;587;p25"/>
              <p:cNvSpPr/>
              <p:nvPr/>
            </p:nvSpPr>
            <p:spPr>
              <a:xfrm>
                <a:off x="554038" y="190501"/>
                <a:ext cx="1209675" cy="1093788"/>
              </a:xfrm>
              <a:custGeom>
                <a:rect b="b" l="l" r="r" t="t"/>
                <a:pathLst>
                  <a:path extrusionOk="0" h="689" w="762">
                    <a:moveTo>
                      <a:pt x="0" y="0"/>
                    </a:moveTo>
                    <a:lnTo>
                      <a:pt x="689" y="689"/>
                    </a:lnTo>
                    <a:lnTo>
                      <a:pt x="762" y="61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8" name="Google Shape;588;p25"/>
              <p:cNvSpPr/>
              <p:nvPr/>
            </p:nvSpPr>
            <p:spPr>
              <a:xfrm>
                <a:off x="1447800" y="190500"/>
                <a:ext cx="762000" cy="647700"/>
              </a:xfrm>
              <a:custGeom>
                <a:rect b="b" l="l" r="r" t="t"/>
                <a:pathLst>
                  <a:path extrusionOk="0" h="408" w="480">
                    <a:moveTo>
                      <a:pt x="145" y="0"/>
                    </a:moveTo>
                    <a:lnTo>
                      <a:pt x="0" y="0"/>
                    </a:lnTo>
                    <a:lnTo>
                      <a:pt x="407" y="408"/>
                    </a:lnTo>
                    <a:lnTo>
                      <a:pt x="480" y="335"/>
                    </a:lnTo>
                    <a:lnTo>
                      <a:pt x="14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25"/>
              <p:cNvSpPr/>
              <p:nvPr/>
            </p:nvSpPr>
            <p:spPr>
              <a:xfrm>
                <a:off x="-1587" y="2084388"/>
                <a:ext cx="423863" cy="541338"/>
              </a:xfrm>
              <a:custGeom>
                <a:rect b="b" l="l" r="r" t="t"/>
                <a:pathLst>
                  <a:path extrusionOk="0" h="341" w="267">
                    <a:moveTo>
                      <a:pt x="0" y="145"/>
                    </a:moveTo>
                    <a:lnTo>
                      <a:pt x="195" y="341"/>
                    </a:lnTo>
                    <a:lnTo>
                      <a:pt x="267" y="268"/>
                    </a:lnTo>
                    <a:lnTo>
                      <a:pt x="0" y="0"/>
                    </a:lnTo>
                    <a:lnTo>
                      <a:pt x="0" y="14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0" name="Google Shape;590;p25"/>
              <p:cNvSpPr/>
              <p:nvPr/>
            </p:nvSpPr>
            <p:spPr>
              <a:xfrm>
                <a:off x="-1587" y="1636713"/>
                <a:ext cx="647700" cy="765175"/>
              </a:xfrm>
              <a:custGeom>
                <a:rect b="b" l="l" r="r" t="t"/>
                <a:pathLst>
                  <a:path extrusionOk="0" h="482" w="408">
                    <a:moveTo>
                      <a:pt x="0" y="146"/>
                    </a:moveTo>
                    <a:lnTo>
                      <a:pt x="336" y="482"/>
                    </a:lnTo>
                    <a:lnTo>
                      <a:pt x="408" y="40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1" name="Google Shape;591;p25"/>
              <p:cNvSpPr/>
              <p:nvPr/>
            </p:nvSpPr>
            <p:spPr>
              <a:xfrm>
                <a:off x="-1587" y="2530476"/>
                <a:ext cx="200025" cy="404813"/>
              </a:xfrm>
              <a:custGeom>
                <a:rect b="b" l="l" r="r" t="t"/>
                <a:pathLst>
                  <a:path extrusionOk="0" h="255" w="126">
                    <a:moveTo>
                      <a:pt x="0" y="141"/>
                    </a:moveTo>
                    <a:lnTo>
                      <a:pt x="0" y="146"/>
                    </a:lnTo>
                    <a:lnTo>
                      <a:pt x="0" y="255"/>
                    </a:lnTo>
                    <a:lnTo>
                      <a:pt x="54" y="201"/>
                    </a:lnTo>
                    <a:lnTo>
                      <a:pt x="55" y="201"/>
                    </a:lnTo>
                    <a:lnTo>
                      <a:pt x="126" y="128"/>
                    </a:lnTo>
                    <a:lnTo>
                      <a:pt x="0" y="0"/>
                    </a:lnTo>
                    <a:lnTo>
                      <a:pt x="0" y="14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2" name="Google Shape;592;p25"/>
              <p:cNvSpPr/>
              <p:nvPr/>
            </p:nvSpPr>
            <p:spPr>
              <a:xfrm>
                <a:off x="107950" y="190501"/>
                <a:ext cx="1430338" cy="1317625"/>
              </a:xfrm>
              <a:custGeom>
                <a:rect b="b" l="l" r="r" t="t"/>
                <a:pathLst>
                  <a:path extrusionOk="0" h="830" w="901">
                    <a:moveTo>
                      <a:pt x="0" y="0"/>
                    </a:moveTo>
                    <a:lnTo>
                      <a:pt x="830" y="830"/>
                    </a:lnTo>
                    <a:lnTo>
                      <a:pt x="901" y="757"/>
                    </a:lnTo>
                    <a:lnTo>
                      <a:pt x="146"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3" name="Google Shape;593;p25"/>
              <p:cNvSpPr/>
              <p:nvPr/>
            </p:nvSpPr>
            <p:spPr>
              <a:xfrm>
                <a:off x="-1587" y="296863"/>
                <a:ext cx="1317625" cy="1435100"/>
              </a:xfrm>
              <a:custGeom>
                <a:rect b="b" l="l" r="r" t="t"/>
                <a:pathLst>
                  <a:path extrusionOk="0" h="904" w="830">
                    <a:moveTo>
                      <a:pt x="0" y="146"/>
                    </a:moveTo>
                    <a:lnTo>
                      <a:pt x="758" y="904"/>
                    </a:lnTo>
                    <a:lnTo>
                      <a:pt x="830" y="83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4" name="Google Shape;594;p25"/>
              <p:cNvSpPr/>
              <p:nvPr/>
            </p:nvSpPr>
            <p:spPr>
              <a:xfrm>
                <a:off x="-1587" y="742951"/>
                <a:ext cx="1093788" cy="1212850"/>
              </a:xfrm>
              <a:custGeom>
                <a:rect b="b" l="l" r="r" t="t"/>
                <a:pathLst>
                  <a:path extrusionOk="0" h="764" w="689">
                    <a:moveTo>
                      <a:pt x="0" y="146"/>
                    </a:moveTo>
                    <a:lnTo>
                      <a:pt x="617" y="764"/>
                    </a:lnTo>
                    <a:lnTo>
                      <a:pt x="689" y="691"/>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25"/>
              <p:cNvSpPr/>
              <p:nvPr/>
            </p:nvSpPr>
            <p:spPr>
              <a:xfrm>
                <a:off x="-1587" y="1190625"/>
                <a:ext cx="869950" cy="987425"/>
              </a:xfrm>
              <a:custGeom>
                <a:rect b="b" l="l" r="r" t="t"/>
                <a:pathLst>
                  <a:path extrusionOk="0" h="622" w="548">
                    <a:moveTo>
                      <a:pt x="0" y="146"/>
                    </a:moveTo>
                    <a:lnTo>
                      <a:pt x="477" y="622"/>
                    </a:lnTo>
                    <a:lnTo>
                      <a:pt x="548" y="549"/>
                    </a:lnTo>
                    <a:lnTo>
                      <a:pt x="0" y="0"/>
                    </a:lnTo>
                    <a:lnTo>
                      <a:pt x="0" y="14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96" name="Google Shape;596;p25"/>
          <p:cNvSpPr/>
          <p:nvPr/>
        </p:nvSpPr>
        <p:spPr>
          <a:xfrm>
            <a:off x="726750" y="4014450"/>
            <a:ext cx="7704000" cy="58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7" name="Google Shape;597;p25"/>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爬取資料：成大歷年選課網站</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pic>
        <p:nvPicPr>
          <p:cNvPr id="602" name="Google Shape;602;p26"/>
          <p:cNvPicPr preferRelativeResize="0"/>
          <p:nvPr>
            <p:ph idx="2" type="pic"/>
          </p:nvPr>
        </p:nvPicPr>
        <p:blipFill rotWithShape="1">
          <a:blip r:embed="rId3">
            <a:alphaModFix/>
          </a:blip>
          <a:srcRect b="0" l="129" r="139" t="0"/>
          <a:stretch/>
        </p:blipFill>
        <p:spPr>
          <a:xfrm>
            <a:off x="-25" y="-13725"/>
            <a:ext cx="9144000" cy="5157300"/>
          </a:xfrm>
          <a:prstGeom prst="rect">
            <a:avLst/>
          </a:prstGeom>
        </p:spPr>
      </p:pic>
      <p:sp>
        <p:nvSpPr>
          <p:cNvPr id="603" name="Google Shape;603;p26"/>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27"/>
          <p:cNvSpPr/>
          <p:nvPr>
            <p:ph idx="2" type="pic"/>
          </p:nvPr>
        </p:nvSpPr>
        <p:spPr>
          <a:xfrm>
            <a:off x="-25" y="-13725"/>
            <a:ext cx="9144000" cy="5157300"/>
          </a:xfrm>
          <a:prstGeom prst="rect">
            <a:avLst/>
          </a:prstGeom>
        </p:spPr>
      </p:sp>
      <p:sp>
        <p:nvSpPr>
          <p:cNvPr id="609" name="Google Shape;609;p27"/>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610" name="Google Shape;610;p27"/>
          <p:cNvPicPr preferRelativeResize="0"/>
          <p:nvPr/>
        </p:nvPicPr>
        <p:blipFill>
          <a:blip r:embed="rId3">
            <a:alphaModFix/>
          </a:blip>
          <a:stretch>
            <a:fillRect/>
          </a:stretch>
        </p:blipFill>
        <p:spPr>
          <a:xfrm>
            <a:off x="0" y="0"/>
            <a:ext cx="5349449" cy="1164925"/>
          </a:xfrm>
          <a:prstGeom prst="rect">
            <a:avLst/>
          </a:prstGeom>
          <a:noFill/>
          <a:ln>
            <a:noFill/>
          </a:ln>
        </p:spPr>
      </p:pic>
      <p:pic>
        <p:nvPicPr>
          <p:cNvPr id="611" name="Google Shape;611;p27"/>
          <p:cNvPicPr preferRelativeResize="0"/>
          <p:nvPr/>
        </p:nvPicPr>
        <p:blipFill>
          <a:blip r:embed="rId4">
            <a:alphaModFix/>
          </a:blip>
          <a:stretch>
            <a:fillRect/>
          </a:stretch>
        </p:blipFill>
        <p:spPr>
          <a:xfrm>
            <a:off x="-25" y="1400650"/>
            <a:ext cx="3431350" cy="2661500"/>
          </a:xfrm>
          <a:prstGeom prst="rect">
            <a:avLst/>
          </a:prstGeom>
          <a:noFill/>
          <a:ln>
            <a:noFill/>
          </a:ln>
        </p:spPr>
      </p:pic>
      <p:pic>
        <p:nvPicPr>
          <p:cNvPr id="612" name="Google Shape;612;p27"/>
          <p:cNvPicPr preferRelativeResize="0"/>
          <p:nvPr/>
        </p:nvPicPr>
        <p:blipFill rotWithShape="1">
          <a:blip r:embed="rId5">
            <a:alphaModFix/>
          </a:blip>
          <a:srcRect b="0" l="0" r="47448" t="0"/>
          <a:stretch/>
        </p:blipFill>
        <p:spPr>
          <a:xfrm>
            <a:off x="4338675" y="1400650"/>
            <a:ext cx="4805324" cy="1663200"/>
          </a:xfrm>
          <a:prstGeom prst="rect">
            <a:avLst/>
          </a:prstGeom>
          <a:noFill/>
          <a:ln>
            <a:noFill/>
          </a:ln>
        </p:spPr>
      </p:pic>
      <p:pic>
        <p:nvPicPr>
          <p:cNvPr id="613" name="Google Shape;613;p27"/>
          <p:cNvPicPr preferRelativeResize="0"/>
          <p:nvPr/>
        </p:nvPicPr>
        <p:blipFill rotWithShape="1">
          <a:blip r:embed="rId6">
            <a:alphaModFix/>
          </a:blip>
          <a:srcRect b="32221" l="0" r="23295" t="0"/>
          <a:stretch/>
        </p:blipFill>
        <p:spPr>
          <a:xfrm>
            <a:off x="4094400" y="3252600"/>
            <a:ext cx="5049575" cy="1716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28"/>
          <p:cNvSpPr txBox="1"/>
          <p:nvPr>
            <p:ph type="title"/>
          </p:nvPr>
        </p:nvSpPr>
        <p:spPr>
          <a:xfrm>
            <a:off x="713225" y="2079575"/>
            <a:ext cx="5144700" cy="151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Insight discovered from data</a:t>
            </a:r>
            <a:endParaRPr/>
          </a:p>
        </p:txBody>
      </p:sp>
      <p:sp>
        <p:nvSpPr>
          <p:cNvPr id="619" name="Google Shape;619;p28"/>
          <p:cNvSpPr txBox="1"/>
          <p:nvPr>
            <p:ph idx="2" type="title"/>
          </p:nvPr>
        </p:nvSpPr>
        <p:spPr>
          <a:xfrm>
            <a:off x="713225" y="1012925"/>
            <a:ext cx="16521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620" name="Google Shape;620;p28"/>
          <p:cNvSpPr txBox="1"/>
          <p:nvPr>
            <p:ph idx="1" type="subTitle"/>
          </p:nvPr>
        </p:nvSpPr>
        <p:spPr>
          <a:xfrm>
            <a:off x="713225" y="3741725"/>
            <a:ext cx="5144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enter a subtitle here if you need 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29"/>
          <p:cNvSpPr txBox="1"/>
          <p:nvPr>
            <p:ph idx="1" type="body"/>
          </p:nvPr>
        </p:nvSpPr>
        <p:spPr>
          <a:xfrm>
            <a:off x="179800" y="182399"/>
            <a:ext cx="7704000" cy="49611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AutoNum type="arabicParenR"/>
            </a:pPr>
            <a:r>
              <a:rPr lang="en" sz="1800">
                <a:solidFill>
                  <a:srgbClr val="000000"/>
                </a:solidFill>
              </a:rPr>
              <a:t> 課程需求與餘額的相關性</a:t>
            </a:r>
            <a:endParaRPr sz="1800">
              <a:solidFill>
                <a:srgbClr val="000000"/>
              </a:solidFill>
            </a:endParaRPr>
          </a:p>
          <a:p>
            <a:pPr indent="-342900" lvl="0" marL="914400" rtl="0" algn="l">
              <a:lnSpc>
                <a:spcPct val="150000"/>
              </a:lnSpc>
              <a:spcBef>
                <a:spcPts val="0"/>
              </a:spcBef>
              <a:spcAft>
                <a:spcPts val="0"/>
              </a:spcAft>
              <a:buClr>
                <a:srgbClr val="000000"/>
              </a:buClr>
              <a:buSzPts val="1800"/>
              <a:buAutoNum type="alphaLcParenR"/>
            </a:pPr>
            <a:r>
              <a:rPr lang="en" sz="1800">
                <a:solidFill>
                  <a:srgbClr val="000000"/>
                </a:solidFill>
              </a:rPr>
              <a:t>大部分課程的餘額人數與課程容量（總人數）呈現正相關</a:t>
            </a:r>
            <a:endParaRPr sz="1800">
              <a:solidFill>
                <a:srgbClr val="000000"/>
              </a:solidFill>
            </a:endParaRPr>
          </a:p>
          <a:p>
            <a:pPr indent="-342900" lvl="0" marL="914400" rtl="0" algn="l">
              <a:lnSpc>
                <a:spcPct val="150000"/>
              </a:lnSpc>
              <a:spcBef>
                <a:spcPts val="0"/>
              </a:spcBef>
              <a:spcAft>
                <a:spcPts val="0"/>
              </a:spcAft>
              <a:buClr>
                <a:srgbClr val="000000"/>
              </a:buClr>
              <a:buSzPts val="1800"/>
              <a:buAutoNum type="alphaLcParenR"/>
            </a:pPr>
            <a:r>
              <a:rPr lang="en" sz="1800">
                <a:solidFill>
                  <a:srgbClr val="000000"/>
                </a:solidFill>
              </a:rPr>
              <a:t>有部分課程隨著選課人數的增加，餘額人數反而沒有增加，可以推測是因為課程受歡迎程度直接影響</a:t>
            </a:r>
            <a:endParaRPr sz="1800">
              <a:solidFill>
                <a:srgbClr val="000000"/>
              </a:solidFill>
            </a:endParaRPr>
          </a:p>
          <a:p>
            <a:pPr indent="0" lvl="0" marL="0" rtl="0" algn="l">
              <a:lnSpc>
                <a:spcPct val="150000"/>
              </a:lnSpc>
              <a:spcBef>
                <a:spcPts val="0"/>
              </a:spcBef>
              <a:spcAft>
                <a:spcPts val="0"/>
              </a:spcAft>
              <a:buNone/>
            </a:pPr>
            <a:r>
              <a:t/>
            </a:r>
            <a:endParaRPr sz="1800">
              <a:solidFill>
                <a:srgbClr val="000000"/>
              </a:solidFill>
            </a:endParaRPr>
          </a:p>
          <a:p>
            <a:pPr indent="0" lvl="0" marL="0" rtl="0" algn="l">
              <a:lnSpc>
                <a:spcPct val="150000"/>
              </a:lnSpc>
              <a:spcBef>
                <a:spcPts val="0"/>
              </a:spcBef>
              <a:spcAft>
                <a:spcPts val="0"/>
              </a:spcAft>
              <a:buNone/>
            </a:pPr>
            <a:r>
              <a:rPr lang="en" sz="1800">
                <a:solidFill>
                  <a:srgbClr val="000000"/>
                </a:solidFill>
              </a:rPr>
              <a:t>2)	課程的學年期數據分布</a:t>
            </a:r>
            <a:endParaRPr sz="1800">
              <a:solidFill>
                <a:srgbClr val="000000"/>
              </a:solidFill>
            </a:endParaRPr>
          </a:p>
          <a:p>
            <a:pPr indent="-342900" lvl="0" marL="914400" rtl="0" algn="l">
              <a:lnSpc>
                <a:spcPct val="150000"/>
              </a:lnSpc>
              <a:spcBef>
                <a:spcPts val="0"/>
              </a:spcBef>
              <a:spcAft>
                <a:spcPts val="0"/>
              </a:spcAft>
              <a:buClr>
                <a:srgbClr val="000000"/>
              </a:buClr>
              <a:buSzPts val="1800"/>
              <a:buAutoNum type="alphaLcParenR"/>
            </a:pPr>
            <a:r>
              <a:rPr lang="en" sz="1800">
                <a:solidFill>
                  <a:srgbClr val="000000"/>
                </a:solidFill>
              </a:rPr>
              <a:t>課程紀錄的數量差異</a:t>
            </a:r>
            <a:endParaRPr sz="1800">
              <a:solidFill>
                <a:srgbClr val="000000"/>
              </a:solidFill>
            </a:endParaRPr>
          </a:p>
          <a:p>
            <a:pPr indent="-342900" lvl="0" marL="914400" rtl="0" algn="l">
              <a:lnSpc>
                <a:spcPct val="150000"/>
              </a:lnSpc>
              <a:spcBef>
                <a:spcPts val="0"/>
              </a:spcBef>
              <a:spcAft>
                <a:spcPts val="0"/>
              </a:spcAft>
              <a:buClr>
                <a:srgbClr val="000000"/>
              </a:buClr>
              <a:buSzPts val="1800"/>
              <a:buAutoNum type="alphaLcParenR"/>
            </a:pPr>
            <a:r>
              <a:rPr lang="en" sz="1800">
                <a:solidFill>
                  <a:srgbClr val="000000"/>
                </a:solidFill>
              </a:rPr>
              <a:t>學年期趨勢分析</a:t>
            </a:r>
            <a:endParaRPr sz="1800">
              <a:solidFill>
                <a:srgbClr val="000000"/>
              </a:solidFill>
            </a:endParaRPr>
          </a:p>
          <a:p>
            <a:pPr indent="0" lvl="0" marL="0" rtl="0" algn="l">
              <a:lnSpc>
                <a:spcPct val="150000"/>
              </a:lnSpc>
              <a:spcBef>
                <a:spcPts val="0"/>
              </a:spcBef>
              <a:spcAft>
                <a:spcPts val="0"/>
              </a:spcAft>
              <a:buNone/>
            </a:pPr>
            <a:r>
              <a:t/>
            </a:r>
            <a:endParaRPr sz="1800">
              <a:solidFill>
                <a:srgbClr val="000000"/>
              </a:solidFill>
            </a:endParaRPr>
          </a:p>
          <a:p>
            <a:pPr indent="0" lvl="0" marL="0" rtl="0" algn="l">
              <a:lnSpc>
                <a:spcPct val="150000"/>
              </a:lnSpc>
              <a:spcBef>
                <a:spcPts val="0"/>
              </a:spcBef>
              <a:spcAft>
                <a:spcPts val="0"/>
              </a:spcAft>
              <a:buNone/>
            </a:pPr>
            <a:r>
              <a:rPr lang="en" sz="1800">
                <a:solidFill>
                  <a:srgbClr val="000000"/>
                </a:solidFill>
              </a:rPr>
              <a:t>3)	數值清理與處理中的發現</a:t>
            </a:r>
            <a:endParaRPr sz="1800">
              <a:solidFill>
                <a:srgbClr val="000000"/>
              </a:solidFill>
            </a:endParaRPr>
          </a:p>
          <a:p>
            <a:pPr indent="-342900" lvl="0" marL="914400" rtl="0" algn="l">
              <a:lnSpc>
                <a:spcPct val="150000"/>
              </a:lnSpc>
              <a:spcBef>
                <a:spcPts val="0"/>
              </a:spcBef>
              <a:spcAft>
                <a:spcPts val="0"/>
              </a:spcAft>
              <a:buClr>
                <a:srgbClr val="000000"/>
              </a:buClr>
              <a:buSzPts val="1800"/>
              <a:buAutoNum type="alphaLcParenR"/>
            </a:pPr>
            <a:r>
              <a:rPr lang="en" sz="1800">
                <a:solidFill>
                  <a:srgbClr val="000000"/>
                </a:solidFill>
              </a:rPr>
              <a:t>缺失值的處理</a:t>
            </a:r>
            <a:endParaRPr sz="1800">
              <a:solidFill>
                <a:srgbClr val="000000"/>
              </a:solidFill>
            </a:endParaRPr>
          </a:p>
          <a:p>
            <a:pPr indent="-342900" lvl="0" marL="914400" rtl="0" algn="l">
              <a:lnSpc>
                <a:spcPct val="150000"/>
              </a:lnSpc>
              <a:spcBef>
                <a:spcPts val="0"/>
              </a:spcBef>
              <a:spcAft>
                <a:spcPts val="0"/>
              </a:spcAft>
              <a:buClr>
                <a:srgbClr val="000000"/>
              </a:buClr>
              <a:buSzPts val="1800"/>
              <a:buAutoNum type="alphaLcParenR"/>
            </a:pPr>
            <a:r>
              <a:rPr lang="en" sz="1800">
                <a:solidFill>
                  <a:srgbClr val="000000"/>
                </a:solidFill>
              </a:rPr>
              <a:t>數據異常</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0"/>
          <p:cNvSpPr txBox="1"/>
          <p:nvPr>
            <p:ph type="title"/>
          </p:nvPr>
        </p:nvSpPr>
        <p:spPr>
          <a:xfrm>
            <a:off x="713225" y="2079575"/>
            <a:ext cx="5144700" cy="1511400"/>
          </a:xfrm>
          <a:prstGeom prst="rect">
            <a:avLst/>
          </a:prstGeom>
        </p:spPr>
        <p:txBody>
          <a:bodyPr anchorCtr="0" anchor="b" bIns="91425" lIns="91425" spcFirstLastPara="1" rIns="91425" wrap="square" tIns="91425">
            <a:noAutofit/>
          </a:bodyPr>
          <a:lstStyle/>
          <a:p>
            <a:pPr indent="0" lvl="0" marL="0" rtl="0" algn="l">
              <a:lnSpc>
                <a:spcPct val="150000"/>
              </a:lnSpc>
              <a:spcBef>
                <a:spcPts val="0"/>
              </a:spcBef>
              <a:spcAft>
                <a:spcPts val="0"/>
              </a:spcAft>
              <a:buNone/>
            </a:pPr>
            <a:r>
              <a:rPr lang="en" sz="4000">
                <a:solidFill>
                  <a:srgbClr val="000000"/>
                </a:solidFill>
                <a:latin typeface="DM Sans"/>
                <a:ea typeface="DM Sans"/>
                <a:cs typeface="DM Sans"/>
                <a:sym typeface="DM Sans"/>
              </a:rPr>
              <a:t>Popularity Prediction</a:t>
            </a:r>
            <a:endParaRPr sz="4000">
              <a:latin typeface="DM Sans SemiBold"/>
              <a:ea typeface="DM Sans SemiBold"/>
              <a:cs typeface="DM Sans SemiBold"/>
              <a:sym typeface="DM Sans SemiBold"/>
            </a:endParaRPr>
          </a:p>
        </p:txBody>
      </p:sp>
      <p:sp>
        <p:nvSpPr>
          <p:cNvPr id="631" name="Google Shape;631;p30"/>
          <p:cNvSpPr txBox="1"/>
          <p:nvPr>
            <p:ph idx="2" type="title"/>
          </p:nvPr>
        </p:nvSpPr>
        <p:spPr>
          <a:xfrm>
            <a:off x="713225" y="1012925"/>
            <a:ext cx="16521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Modeling and Predicting</a:t>
            </a:r>
            <a:endParaRPr/>
          </a:p>
        </p:txBody>
      </p:sp>
      <p:sp>
        <p:nvSpPr>
          <p:cNvPr id="637" name="Google Shape;637;p31"/>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Crimson Text"/>
              <a:buAutoNum type="arabicParenR"/>
            </a:pPr>
            <a:r>
              <a:rPr lang="en" sz="1600">
                <a:latin typeface="Crimson Text"/>
                <a:ea typeface="Crimson Text"/>
                <a:cs typeface="Crimson Text"/>
                <a:sym typeface="Crimson Text"/>
              </a:rPr>
              <a:t>方法一</a:t>
            </a:r>
            <a:endParaRPr sz="1600">
              <a:latin typeface="Crimson Text"/>
              <a:ea typeface="Crimson Text"/>
              <a:cs typeface="Crimson Text"/>
              <a:sym typeface="Crimson Text"/>
            </a:endParaRPr>
          </a:p>
          <a:p>
            <a:pPr indent="-330200" lvl="0" marL="1371600" rtl="0" algn="l">
              <a:lnSpc>
                <a:spcPct val="150000"/>
              </a:lnSpc>
              <a:spcBef>
                <a:spcPts val="0"/>
              </a:spcBef>
              <a:spcAft>
                <a:spcPts val="0"/>
              </a:spcAft>
              <a:buSzPts val="1600"/>
              <a:buFont typeface="Crimson Text"/>
              <a:buChar char="●"/>
            </a:pPr>
            <a:r>
              <a:rPr lang="en" sz="1600">
                <a:solidFill>
                  <a:srgbClr val="000000"/>
                </a:solidFill>
                <a:latin typeface="Crimson Text"/>
                <a:ea typeface="Crimson Text"/>
                <a:cs typeface="Crimson Text"/>
                <a:sym typeface="Crimson Text"/>
              </a:rPr>
              <a:t>使用課程的歷史“選課人數”、“餘額”和“學年期”作為核心輸入變量</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SzPts val="1600"/>
              <a:buFont typeface="Crimson Text"/>
              <a:buChar char="●"/>
            </a:pPr>
            <a:r>
              <a:rPr lang="en" sz="1600">
                <a:solidFill>
                  <a:srgbClr val="000000"/>
                </a:solidFill>
                <a:latin typeface="Crimson Text"/>
                <a:ea typeface="Crimson Text"/>
                <a:cs typeface="Crimson Text"/>
                <a:sym typeface="Crimson Text"/>
              </a:rPr>
              <a:t>賦予近期學年數據更高的權重</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Ensemble learning方法運行5個隨機森林模型</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0.2 train test validation</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對於所有資料筆數大於二的課程，進行預測</a:t>
            </a:r>
            <a:endParaRPr sz="1600">
              <a:latin typeface="Crimson Text"/>
              <a:ea typeface="Crimson Text"/>
              <a:cs typeface="Crimson Text"/>
              <a:sym typeface="Crimson Tex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Modeling and Predicting</a:t>
            </a:r>
            <a:endParaRPr/>
          </a:p>
        </p:txBody>
      </p:sp>
      <p:sp>
        <p:nvSpPr>
          <p:cNvPr id="643" name="Google Shape;643;p32"/>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rimson Text"/>
                <a:ea typeface="Crimson Text"/>
                <a:cs typeface="Crimson Text"/>
                <a:sym typeface="Crimson Text"/>
              </a:rPr>
              <a:t>2)	</a:t>
            </a:r>
            <a:r>
              <a:rPr lang="en" sz="1600">
                <a:latin typeface="Crimson Text"/>
                <a:ea typeface="Crimson Text"/>
                <a:cs typeface="Crimson Text"/>
                <a:sym typeface="Crimson Text"/>
              </a:rPr>
              <a:t>方法二:</a:t>
            </a:r>
            <a:endParaRPr sz="1600">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對於113-1以及113-2兩個學期所開設的課程進行預測</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對於其他資料，查詢對應相同課程名稱的課程的歷年開課資料</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使用加權平均來預測選課人數</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依照開設的學期遠近以降冪排列，並給予次序(order)</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標準化</a:t>
            </a:r>
            <a:r>
              <a:rPr lang="en" sz="1600">
                <a:solidFill>
                  <a:srgbClr val="000000"/>
                </a:solidFill>
                <a:latin typeface="Crimson Text"/>
                <a:ea typeface="Crimson Text"/>
                <a:cs typeface="Crimson Text"/>
                <a:sym typeface="Crimson Text"/>
              </a:rPr>
              <a:t>權重，越近的學期有更高的權重</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扣除掉要預測的學期的課程資料，選擇資料筆數&gt;2的課程進行預測</a:t>
            </a:r>
            <a:endParaRPr sz="1600">
              <a:latin typeface="Crimson Text"/>
              <a:ea typeface="Crimson Text"/>
              <a:cs typeface="Crimson Text"/>
              <a:sym typeface="Crimson Tex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Modeling and Predicting</a:t>
            </a:r>
            <a:endParaRPr/>
          </a:p>
        </p:txBody>
      </p:sp>
      <p:sp>
        <p:nvSpPr>
          <p:cNvPr id="649" name="Google Shape;649;p33"/>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rimson Text"/>
                <a:ea typeface="Crimson Text"/>
                <a:cs typeface="Crimson Text"/>
                <a:sym typeface="Crimson Text"/>
              </a:rPr>
              <a:t>2)	方法</a:t>
            </a:r>
            <a:r>
              <a:rPr lang="en" sz="1600">
                <a:latin typeface="Crimson Text"/>
                <a:ea typeface="Crimson Text"/>
                <a:cs typeface="Crimson Text"/>
                <a:sym typeface="Crimson Text"/>
              </a:rPr>
              <a:t>三</a:t>
            </a:r>
            <a:r>
              <a:rPr lang="en" sz="1600">
                <a:latin typeface="Crimson Text"/>
                <a:ea typeface="Crimson Text"/>
                <a:cs typeface="Crimson Text"/>
                <a:sym typeface="Crimson Text"/>
              </a:rPr>
              <a:t>:</a:t>
            </a:r>
            <a:endParaRPr sz="1600">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使用RandomForestRegression對於除了要預測學期外的所有資料，學習資料特徵</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其中對於課程類別(講義/實習)、分班、必選修以及授課教師等等類別欄位，進行OneHotEncoding</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對於學分數、開課年級直接使用數值型資料</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對於學年級與方法二中類似，對於開課學年依照年份進行ranking</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使用Bagging方式集成10個RandomForestRegression來進行預測</a:t>
            </a:r>
            <a:endParaRPr sz="1600">
              <a:solidFill>
                <a:srgbClr val="000000"/>
              </a:solidFill>
              <a:latin typeface="Crimson Text"/>
              <a:ea typeface="Crimson Text"/>
              <a:cs typeface="Crimson Text"/>
              <a:sym typeface="Crimson Tex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Popularity Classification</a:t>
            </a:r>
            <a:endParaRPr/>
          </a:p>
        </p:txBody>
      </p:sp>
      <p:sp>
        <p:nvSpPr>
          <p:cNvPr id="655" name="Google Shape;655;p3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rgbClr val="000000"/>
              </a:buClr>
              <a:buSzPts val="1600"/>
              <a:buFont typeface="Crimson Text"/>
              <a:buAutoNum type="arabicParenR"/>
            </a:pPr>
            <a:r>
              <a:rPr lang="en" sz="1600">
                <a:solidFill>
                  <a:srgbClr val="000000"/>
                </a:solidFill>
                <a:latin typeface="Crimson Text"/>
                <a:ea typeface="Crimson Text"/>
                <a:cs typeface="Crimson Text"/>
                <a:sym typeface="Crimson Text"/>
              </a:rPr>
              <a:t>熱門度計算與分類標準</a:t>
            </a:r>
            <a:endParaRPr sz="1600">
              <a:solidFill>
                <a:srgbClr val="000000"/>
              </a:solidFill>
              <a:latin typeface="Crimson Text"/>
              <a:ea typeface="Crimson Text"/>
              <a:cs typeface="Crimson Text"/>
              <a:sym typeface="Crimson Text"/>
            </a:endParaRPr>
          </a:p>
          <a:p>
            <a:pPr indent="0" lvl="0" marL="457200" rtl="0" algn="l">
              <a:lnSpc>
                <a:spcPct val="150000"/>
              </a:lnSpc>
              <a:spcBef>
                <a:spcPts val="0"/>
              </a:spcBef>
              <a:spcAft>
                <a:spcPts val="0"/>
              </a:spcAft>
              <a:buNone/>
            </a:pPr>
            <a:r>
              <a:rPr lang="en" sz="1600">
                <a:solidFill>
                  <a:srgbClr val="000000"/>
                </a:solidFill>
                <a:latin typeface="Crimson Text"/>
                <a:ea typeface="Crimson Text"/>
                <a:cs typeface="Crimson Text"/>
                <a:sym typeface="Crimson Text"/>
              </a:rPr>
              <a:t>熱門度的定義：已選課人數/ (已選課人數＋餘額)</a:t>
            </a:r>
            <a:endParaRPr sz="1600">
              <a:solidFill>
                <a:srgbClr val="000000"/>
              </a:solidFill>
              <a:latin typeface="Crimson Text"/>
              <a:ea typeface="Crimson Text"/>
              <a:cs typeface="Crimson Text"/>
              <a:sym typeface="Crimson Text"/>
            </a:endParaRPr>
          </a:p>
          <a:p>
            <a:pPr indent="0" lvl="0" marL="457200" rtl="0" algn="l">
              <a:lnSpc>
                <a:spcPct val="150000"/>
              </a:lnSpc>
              <a:spcBef>
                <a:spcPts val="0"/>
              </a:spcBef>
              <a:spcAft>
                <a:spcPts val="0"/>
              </a:spcAft>
              <a:buNone/>
            </a:pPr>
            <a:r>
              <a:rPr lang="en" sz="1600">
                <a:solidFill>
                  <a:srgbClr val="000000"/>
                </a:solidFill>
                <a:latin typeface="Crimson Text"/>
                <a:ea typeface="Crimson Text"/>
                <a:cs typeface="Crimson Text"/>
                <a:sym typeface="Crimson Text"/>
              </a:rPr>
              <a:t>分類標準：</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高熱門度：熱門度高於75百分位數</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中熱門度：熱門度介於25百分位數與75百分位數之間</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低熱門度：熱門度低於25百分位數</a:t>
            </a:r>
            <a:endParaRPr sz="1600">
              <a:solidFill>
                <a:srgbClr val="000000"/>
              </a:solidFill>
              <a:latin typeface="Crimson Text"/>
              <a:ea typeface="Crimson Text"/>
              <a:cs typeface="Crimson Text"/>
              <a:sym typeface="Crimson Tex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Popularity Classification</a:t>
            </a:r>
            <a:endParaRPr/>
          </a:p>
        </p:txBody>
      </p:sp>
      <p:sp>
        <p:nvSpPr>
          <p:cNvPr id="661" name="Google Shape;661;p35"/>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rimson Text"/>
                <a:ea typeface="Crimson Text"/>
                <a:cs typeface="Crimson Text"/>
                <a:sym typeface="Crimson Text"/>
              </a:rPr>
              <a:t> 2)	熱門度的分類方式:</a:t>
            </a:r>
            <a:endParaRPr sz="1600">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基於分位數	</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基於optuna優化</a:t>
            </a:r>
            <a:endParaRPr sz="1600">
              <a:solidFill>
                <a:srgbClr val="000000"/>
              </a:solidFill>
              <a:latin typeface="Crimson Text"/>
              <a:ea typeface="Crimson Text"/>
              <a:cs typeface="Crimson Text"/>
              <a:sym typeface="Crimson Text"/>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pic>
        <p:nvPicPr>
          <p:cNvPr id="662" name="Google Shape;662;p35"/>
          <p:cNvPicPr preferRelativeResize="0"/>
          <p:nvPr/>
        </p:nvPicPr>
        <p:blipFill>
          <a:blip r:embed="rId3">
            <a:alphaModFix/>
          </a:blip>
          <a:stretch>
            <a:fillRect/>
          </a:stretch>
        </p:blipFill>
        <p:spPr>
          <a:xfrm>
            <a:off x="720000" y="2718875"/>
            <a:ext cx="4463526" cy="1125825"/>
          </a:xfrm>
          <a:prstGeom prst="rect">
            <a:avLst/>
          </a:prstGeom>
          <a:noFill/>
          <a:ln>
            <a:noFill/>
          </a:ln>
        </p:spPr>
      </p:pic>
      <p:pic>
        <p:nvPicPr>
          <p:cNvPr id="663" name="Google Shape;663;p35"/>
          <p:cNvPicPr preferRelativeResize="0"/>
          <p:nvPr/>
        </p:nvPicPr>
        <p:blipFill>
          <a:blip r:embed="rId4">
            <a:alphaModFix/>
          </a:blip>
          <a:stretch>
            <a:fillRect/>
          </a:stretch>
        </p:blipFill>
        <p:spPr>
          <a:xfrm>
            <a:off x="5562024" y="1448300"/>
            <a:ext cx="3199225" cy="2044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Popularity Classification</a:t>
            </a:r>
            <a:endParaRPr/>
          </a:p>
        </p:txBody>
      </p:sp>
      <p:sp>
        <p:nvSpPr>
          <p:cNvPr id="669" name="Google Shape;669;p36"/>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670" name="Google Shape;670;p36"/>
          <p:cNvPicPr preferRelativeResize="0"/>
          <p:nvPr/>
        </p:nvPicPr>
        <p:blipFill rotWithShape="1">
          <a:blip r:embed="rId3">
            <a:alphaModFix/>
          </a:blip>
          <a:srcRect b="4767" l="1018" r="1028" t="4767"/>
          <a:stretch/>
        </p:blipFill>
        <p:spPr>
          <a:xfrm>
            <a:off x="3057525" y="2136200"/>
            <a:ext cx="3028950" cy="495300"/>
          </a:xfrm>
          <a:prstGeom prst="rect">
            <a:avLst/>
          </a:prstGeom>
          <a:noFill/>
          <a:ln>
            <a:noFill/>
          </a:ln>
        </p:spPr>
      </p:pic>
      <p:pic>
        <p:nvPicPr>
          <p:cNvPr id="671" name="Google Shape;671;p36"/>
          <p:cNvPicPr preferRelativeResize="0"/>
          <p:nvPr/>
        </p:nvPicPr>
        <p:blipFill rotWithShape="1">
          <a:blip r:embed="rId4">
            <a:alphaModFix/>
          </a:blip>
          <a:srcRect b="15913" l="0" r="0" t="9056"/>
          <a:stretch/>
        </p:blipFill>
        <p:spPr>
          <a:xfrm>
            <a:off x="3057525" y="2906675"/>
            <a:ext cx="3028950" cy="601494"/>
          </a:xfrm>
          <a:prstGeom prst="rect">
            <a:avLst/>
          </a:prstGeom>
          <a:noFill/>
          <a:ln>
            <a:noFill/>
          </a:ln>
        </p:spPr>
      </p:pic>
      <p:sp>
        <p:nvSpPr>
          <p:cNvPr id="672" name="Google Shape;672;p36"/>
          <p:cNvSpPr txBox="1"/>
          <p:nvPr/>
        </p:nvSpPr>
        <p:spPr>
          <a:xfrm>
            <a:off x="4084650" y="1566500"/>
            <a:ext cx="8616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方法一</a:t>
            </a:r>
            <a:endParaRPr>
              <a:solidFill>
                <a:schemeClr val="dk1"/>
              </a:solidFill>
              <a:latin typeface="DM Sans"/>
              <a:ea typeface="DM Sans"/>
              <a:cs typeface="DM Sans"/>
              <a:sym typeface="DM Sans"/>
            </a:endParaRPr>
          </a:p>
        </p:txBody>
      </p:sp>
      <p:sp>
        <p:nvSpPr>
          <p:cNvPr id="673" name="Google Shape;673;p36"/>
          <p:cNvSpPr txBox="1"/>
          <p:nvPr/>
        </p:nvSpPr>
        <p:spPr>
          <a:xfrm>
            <a:off x="790500" y="2190050"/>
            <a:ext cx="14664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基於分位數</a:t>
            </a:r>
            <a:endParaRPr>
              <a:solidFill>
                <a:schemeClr val="dk1"/>
              </a:solidFill>
              <a:latin typeface="DM Sans"/>
              <a:ea typeface="DM Sans"/>
              <a:cs typeface="DM Sans"/>
              <a:sym typeface="DM Sans"/>
            </a:endParaRPr>
          </a:p>
        </p:txBody>
      </p:sp>
      <p:sp>
        <p:nvSpPr>
          <p:cNvPr id="674" name="Google Shape;674;p36"/>
          <p:cNvSpPr txBox="1"/>
          <p:nvPr/>
        </p:nvSpPr>
        <p:spPr>
          <a:xfrm>
            <a:off x="790500" y="3013625"/>
            <a:ext cx="16779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基於Optuna</a:t>
            </a:r>
            <a:r>
              <a:rPr lang="en">
                <a:solidFill>
                  <a:schemeClr val="dk1"/>
                </a:solidFill>
                <a:latin typeface="DM Sans"/>
                <a:ea typeface="DM Sans"/>
                <a:cs typeface="DM Sans"/>
                <a:sym typeface="DM Sans"/>
              </a:rPr>
              <a:t>優化</a:t>
            </a:r>
            <a:endParaRPr>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Popularity Classification</a:t>
            </a:r>
            <a:endParaRPr/>
          </a:p>
        </p:txBody>
      </p:sp>
      <p:sp>
        <p:nvSpPr>
          <p:cNvPr id="680" name="Google Shape;680;p37"/>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7"/>
          <p:cNvSpPr txBox="1"/>
          <p:nvPr/>
        </p:nvSpPr>
        <p:spPr>
          <a:xfrm>
            <a:off x="813925" y="1754425"/>
            <a:ext cx="16311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113-1 基於分位數</a:t>
            </a:r>
            <a:endParaRPr>
              <a:solidFill>
                <a:schemeClr val="dk1"/>
              </a:solidFill>
              <a:latin typeface="DM Sans"/>
              <a:ea typeface="DM Sans"/>
              <a:cs typeface="DM Sans"/>
              <a:sym typeface="DM Sans"/>
            </a:endParaRPr>
          </a:p>
        </p:txBody>
      </p:sp>
      <p:pic>
        <p:nvPicPr>
          <p:cNvPr id="682" name="Google Shape;682;p37"/>
          <p:cNvPicPr preferRelativeResize="0"/>
          <p:nvPr/>
        </p:nvPicPr>
        <p:blipFill>
          <a:blip r:embed="rId3">
            <a:alphaModFix/>
          </a:blip>
          <a:stretch>
            <a:fillRect/>
          </a:stretch>
        </p:blipFill>
        <p:spPr>
          <a:xfrm>
            <a:off x="3085625" y="1754423"/>
            <a:ext cx="2972755" cy="458825"/>
          </a:xfrm>
          <a:prstGeom prst="rect">
            <a:avLst/>
          </a:prstGeom>
          <a:noFill/>
          <a:ln>
            <a:noFill/>
          </a:ln>
        </p:spPr>
      </p:pic>
      <p:pic>
        <p:nvPicPr>
          <p:cNvPr id="683" name="Google Shape;683;p37"/>
          <p:cNvPicPr preferRelativeResize="0"/>
          <p:nvPr/>
        </p:nvPicPr>
        <p:blipFill>
          <a:blip r:embed="rId4">
            <a:alphaModFix/>
          </a:blip>
          <a:stretch>
            <a:fillRect/>
          </a:stretch>
        </p:blipFill>
        <p:spPr>
          <a:xfrm>
            <a:off x="2139725" y="2468477"/>
            <a:ext cx="6540699" cy="206548"/>
          </a:xfrm>
          <a:prstGeom prst="rect">
            <a:avLst/>
          </a:prstGeom>
          <a:noFill/>
          <a:ln>
            <a:noFill/>
          </a:ln>
        </p:spPr>
      </p:pic>
      <p:sp>
        <p:nvSpPr>
          <p:cNvPr id="684" name="Google Shape;684;p37"/>
          <p:cNvSpPr txBox="1"/>
          <p:nvPr/>
        </p:nvSpPr>
        <p:spPr>
          <a:xfrm>
            <a:off x="813925" y="2285400"/>
            <a:ext cx="1302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113-1 基於Optuna</a:t>
            </a:r>
            <a:r>
              <a:rPr lang="en">
                <a:solidFill>
                  <a:schemeClr val="dk1"/>
                </a:solidFill>
                <a:latin typeface="DM Sans"/>
                <a:ea typeface="DM Sans"/>
                <a:cs typeface="DM Sans"/>
                <a:sym typeface="DM Sans"/>
              </a:rPr>
              <a:t>優化</a:t>
            </a:r>
            <a:endParaRPr>
              <a:solidFill>
                <a:schemeClr val="dk1"/>
              </a:solidFill>
              <a:latin typeface="DM Sans"/>
              <a:ea typeface="DM Sans"/>
              <a:cs typeface="DM Sans"/>
              <a:sym typeface="DM Sans"/>
            </a:endParaRPr>
          </a:p>
        </p:txBody>
      </p:sp>
      <p:sp>
        <p:nvSpPr>
          <p:cNvPr id="685" name="Google Shape;685;p37"/>
          <p:cNvSpPr txBox="1"/>
          <p:nvPr/>
        </p:nvSpPr>
        <p:spPr>
          <a:xfrm>
            <a:off x="813925" y="3069400"/>
            <a:ext cx="16311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113-</a:t>
            </a:r>
            <a:r>
              <a:rPr lang="en">
                <a:solidFill>
                  <a:schemeClr val="dk1"/>
                </a:solidFill>
                <a:latin typeface="DM Sans"/>
                <a:ea typeface="DM Sans"/>
                <a:cs typeface="DM Sans"/>
                <a:sym typeface="DM Sans"/>
              </a:rPr>
              <a:t>2</a:t>
            </a:r>
            <a:r>
              <a:rPr lang="en">
                <a:solidFill>
                  <a:schemeClr val="dk1"/>
                </a:solidFill>
                <a:latin typeface="DM Sans"/>
                <a:ea typeface="DM Sans"/>
                <a:cs typeface="DM Sans"/>
                <a:sym typeface="DM Sans"/>
              </a:rPr>
              <a:t>基於分位數</a:t>
            </a:r>
            <a:endParaRPr>
              <a:solidFill>
                <a:schemeClr val="dk1"/>
              </a:solidFill>
              <a:latin typeface="DM Sans"/>
              <a:ea typeface="DM Sans"/>
              <a:cs typeface="DM Sans"/>
              <a:sym typeface="DM Sans"/>
            </a:endParaRPr>
          </a:p>
        </p:txBody>
      </p:sp>
      <p:sp>
        <p:nvSpPr>
          <p:cNvPr id="686" name="Google Shape;686;p37"/>
          <p:cNvSpPr txBox="1"/>
          <p:nvPr/>
        </p:nvSpPr>
        <p:spPr>
          <a:xfrm>
            <a:off x="837425" y="3668300"/>
            <a:ext cx="1302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113-</a:t>
            </a:r>
            <a:r>
              <a:rPr lang="en">
                <a:solidFill>
                  <a:schemeClr val="dk1"/>
                </a:solidFill>
                <a:latin typeface="DM Sans"/>
                <a:ea typeface="DM Sans"/>
                <a:cs typeface="DM Sans"/>
                <a:sym typeface="DM Sans"/>
              </a:rPr>
              <a:t>2</a:t>
            </a:r>
            <a:r>
              <a:rPr lang="en">
                <a:solidFill>
                  <a:schemeClr val="dk1"/>
                </a:solidFill>
                <a:latin typeface="DM Sans"/>
                <a:ea typeface="DM Sans"/>
                <a:cs typeface="DM Sans"/>
                <a:sym typeface="DM Sans"/>
              </a:rPr>
              <a:t> 基於Optuna優化</a:t>
            </a:r>
            <a:endParaRPr>
              <a:solidFill>
                <a:schemeClr val="dk1"/>
              </a:solidFill>
              <a:latin typeface="DM Sans"/>
              <a:ea typeface="DM Sans"/>
              <a:cs typeface="DM Sans"/>
              <a:sym typeface="DM Sans"/>
            </a:endParaRPr>
          </a:p>
        </p:txBody>
      </p:sp>
      <p:pic>
        <p:nvPicPr>
          <p:cNvPr id="687" name="Google Shape;687;p37"/>
          <p:cNvPicPr preferRelativeResize="0"/>
          <p:nvPr/>
        </p:nvPicPr>
        <p:blipFill>
          <a:blip r:embed="rId5">
            <a:alphaModFix/>
          </a:blip>
          <a:stretch>
            <a:fillRect/>
          </a:stretch>
        </p:blipFill>
        <p:spPr>
          <a:xfrm>
            <a:off x="3085625" y="2949948"/>
            <a:ext cx="2853856" cy="458825"/>
          </a:xfrm>
          <a:prstGeom prst="rect">
            <a:avLst/>
          </a:prstGeom>
          <a:noFill/>
          <a:ln>
            <a:noFill/>
          </a:ln>
        </p:spPr>
      </p:pic>
      <p:pic>
        <p:nvPicPr>
          <p:cNvPr id="688" name="Google Shape;688;p37"/>
          <p:cNvPicPr preferRelativeResize="0"/>
          <p:nvPr/>
        </p:nvPicPr>
        <p:blipFill>
          <a:blip r:embed="rId6">
            <a:alphaModFix/>
          </a:blip>
          <a:stretch>
            <a:fillRect/>
          </a:stretch>
        </p:blipFill>
        <p:spPr>
          <a:xfrm>
            <a:off x="2116225" y="3851375"/>
            <a:ext cx="6540701" cy="206550"/>
          </a:xfrm>
          <a:prstGeom prst="rect">
            <a:avLst/>
          </a:prstGeom>
          <a:noFill/>
          <a:ln>
            <a:noFill/>
          </a:ln>
        </p:spPr>
      </p:pic>
      <p:sp>
        <p:nvSpPr>
          <p:cNvPr id="689" name="Google Shape;689;p37"/>
          <p:cNvSpPr txBox="1"/>
          <p:nvPr/>
        </p:nvSpPr>
        <p:spPr>
          <a:xfrm>
            <a:off x="3697000" y="1272675"/>
            <a:ext cx="1631100" cy="38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方法二</a:t>
            </a:r>
            <a:endParaRPr>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Popularity Classification</a:t>
            </a:r>
            <a:endParaRPr/>
          </a:p>
        </p:txBody>
      </p:sp>
      <p:sp>
        <p:nvSpPr>
          <p:cNvPr id="695" name="Google Shape;695;p38"/>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8"/>
          <p:cNvSpPr txBox="1"/>
          <p:nvPr/>
        </p:nvSpPr>
        <p:spPr>
          <a:xfrm>
            <a:off x="813925" y="1754425"/>
            <a:ext cx="16311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113-1 基於分位數</a:t>
            </a:r>
            <a:endParaRPr>
              <a:solidFill>
                <a:schemeClr val="dk1"/>
              </a:solidFill>
              <a:latin typeface="DM Sans"/>
              <a:ea typeface="DM Sans"/>
              <a:cs typeface="DM Sans"/>
              <a:sym typeface="DM Sans"/>
            </a:endParaRPr>
          </a:p>
        </p:txBody>
      </p:sp>
      <p:sp>
        <p:nvSpPr>
          <p:cNvPr id="697" name="Google Shape;697;p38"/>
          <p:cNvSpPr txBox="1"/>
          <p:nvPr/>
        </p:nvSpPr>
        <p:spPr>
          <a:xfrm>
            <a:off x="813925" y="2285400"/>
            <a:ext cx="1302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113-1 基於Optuna優化</a:t>
            </a:r>
            <a:endParaRPr>
              <a:solidFill>
                <a:schemeClr val="dk1"/>
              </a:solidFill>
              <a:latin typeface="DM Sans"/>
              <a:ea typeface="DM Sans"/>
              <a:cs typeface="DM Sans"/>
              <a:sym typeface="DM Sans"/>
            </a:endParaRPr>
          </a:p>
        </p:txBody>
      </p:sp>
      <p:sp>
        <p:nvSpPr>
          <p:cNvPr id="698" name="Google Shape;698;p38"/>
          <p:cNvSpPr txBox="1"/>
          <p:nvPr/>
        </p:nvSpPr>
        <p:spPr>
          <a:xfrm>
            <a:off x="813925" y="3069400"/>
            <a:ext cx="16311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113-2基於分位數</a:t>
            </a:r>
            <a:endParaRPr>
              <a:solidFill>
                <a:schemeClr val="dk1"/>
              </a:solidFill>
              <a:latin typeface="DM Sans"/>
              <a:ea typeface="DM Sans"/>
              <a:cs typeface="DM Sans"/>
              <a:sym typeface="DM Sans"/>
            </a:endParaRPr>
          </a:p>
        </p:txBody>
      </p:sp>
      <p:sp>
        <p:nvSpPr>
          <p:cNvPr id="699" name="Google Shape;699;p38"/>
          <p:cNvSpPr txBox="1"/>
          <p:nvPr/>
        </p:nvSpPr>
        <p:spPr>
          <a:xfrm>
            <a:off x="837425" y="3668300"/>
            <a:ext cx="1302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113-2 基於Optuna優化</a:t>
            </a:r>
            <a:endParaRPr>
              <a:solidFill>
                <a:schemeClr val="dk1"/>
              </a:solidFill>
              <a:latin typeface="DM Sans"/>
              <a:ea typeface="DM Sans"/>
              <a:cs typeface="DM Sans"/>
              <a:sym typeface="DM Sans"/>
            </a:endParaRPr>
          </a:p>
        </p:txBody>
      </p:sp>
      <p:sp>
        <p:nvSpPr>
          <p:cNvPr id="700" name="Google Shape;700;p38"/>
          <p:cNvSpPr txBox="1"/>
          <p:nvPr/>
        </p:nvSpPr>
        <p:spPr>
          <a:xfrm>
            <a:off x="3697000" y="1272675"/>
            <a:ext cx="1631100" cy="38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DM Sans"/>
                <a:ea typeface="DM Sans"/>
                <a:cs typeface="DM Sans"/>
                <a:sym typeface="DM Sans"/>
              </a:rPr>
              <a:t>方法</a:t>
            </a:r>
            <a:r>
              <a:rPr lang="en">
                <a:solidFill>
                  <a:schemeClr val="dk1"/>
                </a:solidFill>
                <a:latin typeface="DM Sans"/>
                <a:ea typeface="DM Sans"/>
                <a:cs typeface="DM Sans"/>
                <a:sym typeface="DM Sans"/>
              </a:rPr>
              <a:t>三</a:t>
            </a:r>
            <a:endParaRPr>
              <a:solidFill>
                <a:schemeClr val="dk1"/>
              </a:solidFill>
              <a:latin typeface="DM Sans"/>
              <a:ea typeface="DM Sans"/>
              <a:cs typeface="DM Sans"/>
              <a:sym typeface="DM Sans"/>
            </a:endParaRPr>
          </a:p>
        </p:txBody>
      </p:sp>
      <p:pic>
        <p:nvPicPr>
          <p:cNvPr id="701" name="Google Shape;701;p38"/>
          <p:cNvPicPr preferRelativeResize="0"/>
          <p:nvPr/>
        </p:nvPicPr>
        <p:blipFill>
          <a:blip r:embed="rId3">
            <a:alphaModFix/>
          </a:blip>
          <a:stretch>
            <a:fillRect/>
          </a:stretch>
        </p:blipFill>
        <p:spPr>
          <a:xfrm>
            <a:off x="3366575" y="1754423"/>
            <a:ext cx="2410842" cy="387600"/>
          </a:xfrm>
          <a:prstGeom prst="rect">
            <a:avLst/>
          </a:prstGeom>
          <a:noFill/>
          <a:ln>
            <a:noFill/>
          </a:ln>
        </p:spPr>
      </p:pic>
      <p:pic>
        <p:nvPicPr>
          <p:cNvPr id="702" name="Google Shape;702;p38"/>
          <p:cNvPicPr preferRelativeResize="0"/>
          <p:nvPr/>
        </p:nvPicPr>
        <p:blipFill>
          <a:blip r:embed="rId4">
            <a:alphaModFix/>
          </a:blip>
          <a:stretch>
            <a:fillRect/>
          </a:stretch>
        </p:blipFill>
        <p:spPr>
          <a:xfrm>
            <a:off x="1996075" y="2468477"/>
            <a:ext cx="6262842" cy="206548"/>
          </a:xfrm>
          <a:prstGeom prst="rect">
            <a:avLst/>
          </a:prstGeom>
          <a:noFill/>
          <a:ln>
            <a:noFill/>
          </a:ln>
        </p:spPr>
      </p:pic>
      <p:pic>
        <p:nvPicPr>
          <p:cNvPr id="703" name="Google Shape;703;p38"/>
          <p:cNvPicPr preferRelativeResize="0"/>
          <p:nvPr/>
        </p:nvPicPr>
        <p:blipFill>
          <a:blip r:embed="rId5">
            <a:alphaModFix/>
          </a:blip>
          <a:stretch>
            <a:fillRect/>
          </a:stretch>
        </p:blipFill>
        <p:spPr>
          <a:xfrm>
            <a:off x="3366575" y="3001473"/>
            <a:ext cx="2410842" cy="387600"/>
          </a:xfrm>
          <a:prstGeom prst="rect">
            <a:avLst/>
          </a:prstGeom>
          <a:noFill/>
          <a:ln>
            <a:noFill/>
          </a:ln>
        </p:spPr>
      </p:pic>
      <p:pic>
        <p:nvPicPr>
          <p:cNvPr id="704" name="Google Shape;704;p38"/>
          <p:cNvPicPr preferRelativeResize="0"/>
          <p:nvPr/>
        </p:nvPicPr>
        <p:blipFill>
          <a:blip r:embed="rId6">
            <a:alphaModFix/>
          </a:blip>
          <a:stretch>
            <a:fillRect/>
          </a:stretch>
        </p:blipFill>
        <p:spPr>
          <a:xfrm>
            <a:off x="1996075" y="3851364"/>
            <a:ext cx="6262851" cy="17518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and Results</a:t>
            </a:r>
            <a:endParaRPr/>
          </a:p>
        </p:txBody>
      </p:sp>
      <p:sp>
        <p:nvSpPr>
          <p:cNvPr id="710" name="Google Shape;710;p39"/>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rgbClr val="000000"/>
              </a:buClr>
              <a:buSzPts val="1600"/>
              <a:buFont typeface="Crimson Text"/>
              <a:buAutoNum type="arabicParenR"/>
            </a:pPr>
            <a:r>
              <a:rPr lang="en" sz="1600">
                <a:solidFill>
                  <a:srgbClr val="000000"/>
                </a:solidFill>
                <a:latin typeface="Crimson Text"/>
                <a:ea typeface="Crimson Text"/>
                <a:cs typeface="Crimson Text"/>
                <a:sym typeface="Crimson Text"/>
              </a:rPr>
              <a:t>結果與評估評估指標</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回歸評估指標</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使用MSE以及MAE進行評估</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分類評估指標</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使用混淆矩陣評估熱門課程分類的準確性</a:t>
            </a:r>
            <a:endParaRPr sz="1600">
              <a:solidFill>
                <a:srgbClr val="000000"/>
              </a:solidFill>
              <a:latin typeface="Crimson Text"/>
              <a:ea typeface="Crimson Text"/>
              <a:cs typeface="Crimson Text"/>
              <a:sym typeface="Crimson Text"/>
            </a:endParaRPr>
          </a:p>
          <a:p>
            <a:pPr indent="-330200" lvl="0" marL="1371600" rtl="0" algn="l">
              <a:lnSpc>
                <a:spcPct val="150000"/>
              </a:lnSpc>
              <a:spcBef>
                <a:spcPts val="0"/>
              </a:spcBef>
              <a:spcAft>
                <a:spcPts val="0"/>
              </a:spcAft>
              <a:buClr>
                <a:srgbClr val="000000"/>
              </a:buClr>
              <a:buSzPts val="1600"/>
              <a:buFont typeface="Crimson Text"/>
              <a:buChar char="●"/>
            </a:pPr>
            <a:r>
              <a:rPr lang="en" sz="1600">
                <a:solidFill>
                  <a:srgbClr val="000000"/>
                </a:solidFill>
                <a:latin typeface="Crimson Text"/>
                <a:ea typeface="Crimson Text"/>
                <a:cs typeface="Crimson Text"/>
                <a:sym typeface="Crimson Text"/>
              </a:rPr>
              <a:t>使用Accuracy, Recall 和 F1分數進行分析</a:t>
            </a:r>
            <a:endParaRPr sz="1600">
              <a:solidFill>
                <a:srgbClr val="000000"/>
              </a:solidFill>
              <a:latin typeface="Crimson Text"/>
              <a:ea typeface="Crimson Text"/>
              <a:cs typeface="Crimson Text"/>
              <a:sym typeface="Crimson Tex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and Results</a:t>
            </a:r>
            <a:endParaRPr/>
          </a:p>
        </p:txBody>
      </p:sp>
      <p:sp>
        <p:nvSpPr>
          <p:cNvPr id="716" name="Google Shape;716;p40"/>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rgbClr val="000000"/>
              </a:buClr>
              <a:buSzPts val="1600"/>
              <a:buFont typeface="Arial"/>
              <a:buAutoNum type="arabicParenR"/>
            </a:pPr>
            <a:r>
              <a:rPr lang="en" sz="1600">
                <a:solidFill>
                  <a:srgbClr val="000000"/>
                </a:solidFill>
                <a:latin typeface="Crimson Text"/>
                <a:ea typeface="Crimson Text"/>
                <a:cs typeface="Crimson Text"/>
                <a:sym typeface="Crimson Text"/>
              </a:rPr>
              <a:t>基於</a:t>
            </a:r>
            <a:r>
              <a:rPr b="1" lang="en" sz="1600">
                <a:solidFill>
                  <a:srgbClr val="000000"/>
                </a:solidFill>
                <a:latin typeface="Crimson Text"/>
                <a:ea typeface="Crimson Text"/>
                <a:cs typeface="Crimson Text"/>
                <a:sym typeface="Crimson Text"/>
              </a:rPr>
              <a:t>方法一</a:t>
            </a:r>
            <a:r>
              <a:rPr lang="en" sz="1600">
                <a:solidFill>
                  <a:srgbClr val="000000"/>
                </a:solidFill>
                <a:latin typeface="Crimson Text"/>
                <a:ea typeface="Crimson Text"/>
                <a:cs typeface="Crimson Text"/>
                <a:sym typeface="Crimson Text"/>
              </a:rPr>
              <a:t>的評估:</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回歸評估指標:</a:t>
            </a:r>
            <a:endParaRPr sz="1600">
              <a:solidFill>
                <a:srgbClr val="000000"/>
              </a:solidFill>
              <a:latin typeface="Crimson Text"/>
              <a:ea typeface="Crimson Text"/>
              <a:cs typeface="Crimson Text"/>
              <a:sym typeface="Crimson Text"/>
            </a:endParaRPr>
          </a:p>
          <a:p>
            <a:pPr indent="457200" lvl="0" marL="4572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457200" lvl="0" marL="4572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457200" lvl="0" marL="4572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分類評估指標:</a:t>
            </a:r>
            <a:endParaRPr sz="1600">
              <a:solidFill>
                <a:srgbClr val="000000"/>
              </a:solidFill>
              <a:latin typeface="Crimson Text"/>
              <a:ea typeface="Crimson Text"/>
              <a:cs typeface="Crimson Text"/>
              <a:sym typeface="Crimson Text"/>
            </a:endParaRPr>
          </a:p>
        </p:txBody>
      </p:sp>
      <p:pic>
        <p:nvPicPr>
          <p:cNvPr id="717" name="Google Shape;717;p40"/>
          <p:cNvPicPr preferRelativeResize="0"/>
          <p:nvPr/>
        </p:nvPicPr>
        <p:blipFill>
          <a:blip r:embed="rId3">
            <a:alphaModFix/>
          </a:blip>
          <a:stretch>
            <a:fillRect/>
          </a:stretch>
        </p:blipFill>
        <p:spPr>
          <a:xfrm>
            <a:off x="1772950" y="2106825"/>
            <a:ext cx="2171700" cy="695325"/>
          </a:xfrm>
          <a:prstGeom prst="rect">
            <a:avLst/>
          </a:prstGeom>
          <a:noFill/>
          <a:ln>
            <a:noFill/>
          </a:ln>
        </p:spPr>
      </p:pic>
      <p:pic>
        <p:nvPicPr>
          <p:cNvPr id="718" name="Google Shape;718;p40"/>
          <p:cNvPicPr preferRelativeResize="0"/>
          <p:nvPr/>
        </p:nvPicPr>
        <p:blipFill rotWithShape="1">
          <a:blip r:embed="rId4">
            <a:alphaModFix/>
          </a:blip>
          <a:srcRect b="45681" l="0" r="0" t="0"/>
          <a:stretch/>
        </p:blipFill>
        <p:spPr>
          <a:xfrm>
            <a:off x="1772950" y="3546300"/>
            <a:ext cx="1571625" cy="1085850"/>
          </a:xfrm>
          <a:prstGeom prst="rect">
            <a:avLst/>
          </a:prstGeom>
          <a:noFill/>
          <a:ln>
            <a:noFill/>
          </a:ln>
        </p:spPr>
      </p:pic>
      <p:pic>
        <p:nvPicPr>
          <p:cNvPr id="719" name="Google Shape;719;p40"/>
          <p:cNvPicPr preferRelativeResize="0"/>
          <p:nvPr/>
        </p:nvPicPr>
        <p:blipFill rotWithShape="1">
          <a:blip r:embed="rId4">
            <a:alphaModFix/>
          </a:blip>
          <a:srcRect b="-3052" l="0" r="0" t="56732"/>
          <a:stretch/>
        </p:blipFill>
        <p:spPr>
          <a:xfrm>
            <a:off x="4250200" y="3508200"/>
            <a:ext cx="1962150" cy="1162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and Results</a:t>
            </a:r>
            <a:endParaRPr/>
          </a:p>
        </p:txBody>
      </p:sp>
      <p:sp>
        <p:nvSpPr>
          <p:cNvPr id="725" name="Google Shape;725;p41"/>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solidFill>
                  <a:srgbClr val="000000"/>
                </a:solidFill>
                <a:latin typeface="Crimson Text"/>
                <a:ea typeface="Crimson Text"/>
                <a:cs typeface="Crimson Text"/>
                <a:sym typeface="Crimson Text"/>
              </a:rPr>
              <a:t>2)	</a:t>
            </a:r>
            <a:r>
              <a:rPr lang="en" sz="1600">
                <a:solidFill>
                  <a:srgbClr val="000000"/>
                </a:solidFill>
                <a:latin typeface="Crimson Text"/>
                <a:ea typeface="Crimson Text"/>
                <a:cs typeface="Crimson Text"/>
                <a:sym typeface="Crimson Text"/>
              </a:rPr>
              <a:t>基於</a:t>
            </a:r>
            <a:r>
              <a:rPr b="1" lang="en" sz="1600">
                <a:solidFill>
                  <a:srgbClr val="000000"/>
                </a:solidFill>
                <a:latin typeface="Crimson Text"/>
                <a:ea typeface="Crimson Text"/>
                <a:cs typeface="Crimson Text"/>
                <a:sym typeface="Crimson Text"/>
              </a:rPr>
              <a:t>方法二</a:t>
            </a:r>
            <a:r>
              <a:rPr lang="en" sz="1600">
                <a:solidFill>
                  <a:srgbClr val="000000"/>
                </a:solidFill>
                <a:latin typeface="Crimson Text"/>
                <a:ea typeface="Crimson Text"/>
                <a:cs typeface="Crimson Text"/>
                <a:sym typeface="Crimson Text"/>
              </a:rPr>
              <a:t>的評估:</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預測選課人數與真實選課人數對照:113-1(左) 113-2(右)</a:t>
            </a:r>
            <a:endParaRPr sz="1600">
              <a:solidFill>
                <a:srgbClr val="000000"/>
              </a:solidFill>
              <a:latin typeface="Crimson Text"/>
              <a:ea typeface="Crimson Text"/>
              <a:cs typeface="Crimson Text"/>
              <a:sym typeface="Crimson Text"/>
            </a:endParaRPr>
          </a:p>
          <a:p>
            <a:pPr indent="0" lvl="0" marL="9144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457200" lvl="0" marL="4572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457200" lvl="0" marL="4572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0" lvl="0" marL="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p:txBody>
      </p:sp>
      <p:pic>
        <p:nvPicPr>
          <p:cNvPr id="726" name="Google Shape;726;p41"/>
          <p:cNvPicPr preferRelativeResize="0"/>
          <p:nvPr/>
        </p:nvPicPr>
        <p:blipFill>
          <a:blip r:embed="rId3">
            <a:alphaModFix/>
          </a:blip>
          <a:stretch>
            <a:fillRect/>
          </a:stretch>
        </p:blipFill>
        <p:spPr>
          <a:xfrm>
            <a:off x="496900" y="2070162"/>
            <a:ext cx="3649125" cy="2917913"/>
          </a:xfrm>
          <a:prstGeom prst="rect">
            <a:avLst/>
          </a:prstGeom>
          <a:noFill/>
          <a:ln>
            <a:noFill/>
          </a:ln>
        </p:spPr>
      </p:pic>
      <p:pic>
        <p:nvPicPr>
          <p:cNvPr id="727" name="Google Shape;727;p41"/>
          <p:cNvPicPr preferRelativeResize="0"/>
          <p:nvPr/>
        </p:nvPicPr>
        <p:blipFill>
          <a:blip r:embed="rId4">
            <a:alphaModFix/>
          </a:blip>
          <a:stretch>
            <a:fillRect/>
          </a:stretch>
        </p:blipFill>
        <p:spPr>
          <a:xfrm>
            <a:off x="4407050" y="2070160"/>
            <a:ext cx="3649125" cy="291791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and Results</a:t>
            </a:r>
            <a:endParaRPr/>
          </a:p>
        </p:txBody>
      </p:sp>
      <p:sp>
        <p:nvSpPr>
          <p:cNvPr id="733" name="Google Shape;733;p42"/>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solidFill>
                  <a:srgbClr val="000000"/>
                </a:solidFill>
                <a:latin typeface="Crimson Text"/>
                <a:ea typeface="Crimson Text"/>
                <a:cs typeface="Crimson Text"/>
                <a:sym typeface="Crimson Text"/>
              </a:rPr>
              <a:t>2)	</a:t>
            </a:r>
            <a:r>
              <a:rPr lang="en" sz="1600">
                <a:solidFill>
                  <a:srgbClr val="000000"/>
                </a:solidFill>
                <a:latin typeface="Crimson Text"/>
                <a:ea typeface="Crimson Text"/>
                <a:cs typeface="Crimson Text"/>
                <a:sym typeface="Crimson Text"/>
              </a:rPr>
              <a:t>基於</a:t>
            </a:r>
            <a:r>
              <a:rPr b="1" lang="en" sz="1600">
                <a:solidFill>
                  <a:srgbClr val="000000"/>
                </a:solidFill>
                <a:latin typeface="Crimson Text"/>
                <a:ea typeface="Crimson Text"/>
                <a:cs typeface="Crimson Text"/>
                <a:sym typeface="Crimson Text"/>
              </a:rPr>
              <a:t>方法二</a:t>
            </a:r>
            <a:r>
              <a:rPr lang="en" sz="1600">
                <a:solidFill>
                  <a:srgbClr val="000000"/>
                </a:solidFill>
                <a:latin typeface="Crimson Text"/>
                <a:ea typeface="Crimson Text"/>
                <a:cs typeface="Crimson Text"/>
                <a:sym typeface="Crimson Text"/>
              </a:rPr>
              <a:t>的評估:</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回歸評估指標:113-1(左)、113-2(右)</a:t>
            </a:r>
            <a:endParaRPr sz="1600">
              <a:solidFill>
                <a:srgbClr val="000000"/>
              </a:solidFill>
              <a:latin typeface="Crimson Text"/>
              <a:ea typeface="Crimson Text"/>
              <a:cs typeface="Crimson Text"/>
              <a:sym typeface="Crimson Text"/>
            </a:endParaRPr>
          </a:p>
          <a:p>
            <a:pPr indent="0" lvl="0" marL="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0" lvl="0" marL="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0" lvl="0" marL="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分類評估指標:</a:t>
            </a:r>
            <a:r>
              <a:rPr lang="en" sz="1600">
                <a:solidFill>
                  <a:srgbClr val="000000"/>
                </a:solidFill>
                <a:latin typeface="Crimson Text"/>
                <a:ea typeface="Crimson Text"/>
                <a:cs typeface="Crimson Text"/>
                <a:sym typeface="Crimson Text"/>
              </a:rPr>
              <a:t>113-1(左)、113-2(右)</a:t>
            </a:r>
            <a:endParaRPr sz="1600">
              <a:solidFill>
                <a:srgbClr val="000000"/>
              </a:solidFill>
              <a:latin typeface="Crimson Text"/>
              <a:ea typeface="Crimson Text"/>
              <a:cs typeface="Crimson Text"/>
              <a:sym typeface="Crimson Text"/>
            </a:endParaRPr>
          </a:p>
          <a:p>
            <a:pPr indent="457200" lvl="0" marL="4572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457200" lvl="0" marL="4572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0" lvl="0" marL="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p:txBody>
      </p:sp>
      <p:pic>
        <p:nvPicPr>
          <p:cNvPr id="734" name="Google Shape;734;p42"/>
          <p:cNvPicPr preferRelativeResize="0"/>
          <p:nvPr/>
        </p:nvPicPr>
        <p:blipFill>
          <a:blip r:embed="rId3">
            <a:alphaModFix/>
          </a:blip>
          <a:stretch>
            <a:fillRect/>
          </a:stretch>
        </p:blipFill>
        <p:spPr>
          <a:xfrm>
            <a:off x="1772950" y="2153250"/>
            <a:ext cx="1885950" cy="571500"/>
          </a:xfrm>
          <a:prstGeom prst="rect">
            <a:avLst/>
          </a:prstGeom>
          <a:noFill/>
          <a:ln>
            <a:noFill/>
          </a:ln>
        </p:spPr>
      </p:pic>
      <p:pic>
        <p:nvPicPr>
          <p:cNvPr id="735" name="Google Shape;735;p42"/>
          <p:cNvPicPr preferRelativeResize="0"/>
          <p:nvPr/>
        </p:nvPicPr>
        <p:blipFill>
          <a:blip r:embed="rId4">
            <a:alphaModFix/>
          </a:blip>
          <a:stretch>
            <a:fillRect/>
          </a:stretch>
        </p:blipFill>
        <p:spPr>
          <a:xfrm>
            <a:off x="4579300" y="2148488"/>
            <a:ext cx="1866900" cy="581025"/>
          </a:xfrm>
          <a:prstGeom prst="rect">
            <a:avLst/>
          </a:prstGeom>
          <a:noFill/>
          <a:ln>
            <a:noFill/>
          </a:ln>
        </p:spPr>
      </p:pic>
      <p:pic>
        <p:nvPicPr>
          <p:cNvPr id="736" name="Google Shape;736;p42"/>
          <p:cNvPicPr preferRelativeResize="0"/>
          <p:nvPr/>
        </p:nvPicPr>
        <p:blipFill>
          <a:blip r:embed="rId5">
            <a:alphaModFix/>
          </a:blip>
          <a:stretch>
            <a:fillRect/>
          </a:stretch>
        </p:blipFill>
        <p:spPr>
          <a:xfrm>
            <a:off x="277525" y="3639600"/>
            <a:ext cx="1495425" cy="1352550"/>
          </a:xfrm>
          <a:prstGeom prst="rect">
            <a:avLst/>
          </a:prstGeom>
          <a:noFill/>
          <a:ln>
            <a:noFill/>
          </a:ln>
        </p:spPr>
      </p:pic>
      <p:pic>
        <p:nvPicPr>
          <p:cNvPr id="737" name="Google Shape;737;p42"/>
          <p:cNvPicPr preferRelativeResize="0"/>
          <p:nvPr/>
        </p:nvPicPr>
        <p:blipFill>
          <a:blip r:embed="rId6">
            <a:alphaModFix/>
          </a:blip>
          <a:stretch>
            <a:fillRect/>
          </a:stretch>
        </p:blipFill>
        <p:spPr>
          <a:xfrm>
            <a:off x="1925100" y="4106325"/>
            <a:ext cx="2038350" cy="885825"/>
          </a:xfrm>
          <a:prstGeom prst="rect">
            <a:avLst/>
          </a:prstGeom>
          <a:noFill/>
          <a:ln>
            <a:noFill/>
          </a:ln>
        </p:spPr>
      </p:pic>
      <p:pic>
        <p:nvPicPr>
          <p:cNvPr id="738" name="Google Shape;738;p42"/>
          <p:cNvPicPr preferRelativeResize="0"/>
          <p:nvPr/>
        </p:nvPicPr>
        <p:blipFill>
          <a:blip r:embed="rId7">
            <a:alphaModFix/>
          </a:blip>
          <a:stretch>
            <a:fillRect/>
          </a:stretch>
        </p:blipFill>
        <p:spPr>
          <a:xfrm>
            <a:off x="4769800" y="3677700"/>
            <a:ext cx="1485900" cy="1276350"/>
          </a:xfrm>
          <a:prstGeom prst="rect">
            <a:avLst/>
          </a:prstGeom>
          <a:noFill/>
          <a:ln>
            <a:noFill/>
          </a:ln>
        </p:spPr>
      </p:pic>
      <p:pic>
        <p:nvPicPr>
          <p:cNvPr id="739" name="Google Shape;739;p42"/>
          <p:cNvPicPr preferRelativeResize="0"/>
          <p:nvPr/>
        </p:nvPicPr>
        <p:blipFill>
          <a:blip r:embed="rId8">
            <a:alphaModFix/>
          </a:blip>
          <a:stretch>
            <a:fillRect/>
          </a:stretch>
        </p:blipFill>
        <p:spPr>
          <a:xfrm>
            <a:off x="6366600" y="4111088"/>
            <a:ext cx="2057400" cy="876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and Results</a:t>
            </a:r>
            <a:endParaRPr/>
          </a:p>
        </p:txBody>
      </p:sp>
      <p:sp>
        <p:nvSpPr>
          <p:cNvPr id="745" name="Google Shape;745;p43"/>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solidFill>
                  <a:srgbClr val="000000"/>
                </a:solidFill>
                <a:latin typeface="Crimson Text"/>
                <a:ea typeface="Crimson Text"/>
                <a:cs typeface="Crimson Text"/>
                <a:sym typeface="Crimson Text"/>
              </a:rPr>
              <a:t>2)	基於</a:t>
            </a:r>
            <a:r>
              <a:rPr b="1" lang="en" sz="1600">
                <a:solidFill>
                  <a:srgbClr val="000000"/>
                </a:solidFill>
                <a:latin typeface="Crimson Text"/>
                <a:ea typeface="Crimson Text"/>
                <a:cs typeface="Crimson Text"/>
                <a:sym typeface="Crimson Text"/>
              </a:rPr>
              <a:t>方法</a:t>
            </a:r>
            <a:r>
              <a:rPr b="1" lang="en" sz="1600">
                <a:solidFill>
                  <a:srgbClr val="000000"/>
                </a:solidFill>
                <a:latin typeface="Crimson Text"/>
                <a:ea typeface="Crimson Text"/>
                <a:cs typeface="Crimson Text"/>
                <a:sym typeface="Crimson Text"/>
              </a:rPr>
              <a:t>三</a:t>
            </a:r>
            <a:r>
              <a:rPr lang="en" sz="1600">
                <a:solidFill>
                  <a:srgbClr val="000000"/>
                </a:solidFill>
                <a:latin typeface="Crimson Text"/>
                <a:ea typeface="Crimson Text"/>
                <a:cs typeface="Crimson Text"/>
                <a:sym typeface="Crimson Text"/>
              </a:rPr>
              <a:t>的評估:</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預測選課人數與真實選課人數對照:113-1(左) 113-2(右)</a:t>
            </a:r>
            <a:endParaRPr sz="1600">
              <a:solidFill>
                <a:srgbClr val="000000"/>
              </a:solidFill>
              <a:latin typeface="Crimson Text"/>
              <a:ea typeface="Crimson Text"/>
              <a:cs typeface="Crimson Text"/>
              <a:sym typeface="Crimson Text"/>
            </a:endParaRPr>
          </a:p>
          <a:p>
            <a:pPr indent="0" lvl="0" marL="9144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457200" lvl="0" marL="4572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457200" lvl="0" marL="4572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0" lvl="0" marL="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p:txBody>
      </p:sp>
      <p:pic>
        <p:nvPicPr>
          <p:cNvPr id="746" name="Google Shape;746;p43"/>
          <p:cNvPicPr preferRelativeResize="0"/>
          <p:nvPr/>
        </p:nvPicPr>
        <p:blipFill>
          <a:blip r:embed="rId3">
            <a:alphaModFix/>
          </a:blip>
          <a:stretch>
            <a:fillRect/>
          </a:stretch>
        </p:blipFill>
        <p:spPr>
          <a:xfrm>
            <a:off x="720000" y="2069050"/>
            <a:ext cx="3478551" cy="2781525"/>
          </a:xfrm>
          <a:prstGeom prst="rect">
            <a:avLst/>
          </a:prstGeom>
          <a:noFill/>
          <a:ln>
            <a:noFill/>
          </a:ln>
        </p:spPr>
      </p:pic>
      <p:pic>
        <p:nvPicPr>
          <p:cNvPr id="747" name="Google Shape;747;p43"/>
          <p:cNvPicPr preferRelativeResize="0"/>
          <p:nvPr/>
        </p:nvPicPr>
        <p:blipFill>
          <a:blip r:embed="rId4">
            <a:alphaModFix/>
          </a:blip>
          <a:stretch>
            <a:fillRect/>
          </a:stretch>
        </p:blipFill>
        <p:spPr>
          <a:xfrm>
            <a:off x="4706850" y="2069056"/>
            <a:ext cx="3478551" cy="278149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and Results</a:t>
            </a:r>
            <a:endParaRPr/>
          </a:p>
        </p:txBody>
      </p:sp>
      <p:sp>
        <p:nvSpPr>
          <p:cNvPr id="753" name="Google Shape;753;p4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solidFill>
                  <a:srgbClr val="000000"/>
                </a:solidFill>
                <a:latin typeface="Crimson Text"/>
                <a:ea typeface="Crimson Text"/>
                <a:cs typeface="Crimson Text"/>
                <a:sym typeface="Crimson Text"/>
              </a:rPr>
              <a:t>2)	基於</a:t>
            </a:r>
            <a:r>
              <a:rPr b="1" lang="en" sz="1600">
                <a:solidFill>
                  <a:srgbClr val="000000"/>
                </a:solidFill>
                <a:latin typeface="Crimson Text"/>
                <a:ea typeface="Crimson Text"/>
                <a:cs typeface="Crimson Text"/>
                <a:sym typeface="Crimson Text"/>
              </a:rPr>
              <a:t>方法</a:t>
            </a:r>
            <a:r>
              <a:rPr b="1" lang="en" sz="1600">
                <a:solidFill>
                  <a:srgbClr val="000000"/>
                </a:solidFill>
                <a:latin typeface="Crimson Text"/>
                <a:ea typeface="Crimson Text"/>
                <a:cs typeface="Crimson Text"/>
                <a:sym typeface="Crimson Text"/>
              </a:rPr>
              <a:t>三</a:t>
            </a:r>
            <a:r>
              <a:rPr lang="en" sz="1600">
                <a:solidFill>
                  <a:srgbClr val="000000"/>
                </a:solidFill>
                <a:latin typeface="Crimson Text"/>
                <a:ea typeface="Crimson Text"/>
                <a:cs typeface="Crimson Text"/>
                <a:sym typeface="Crimson Text"/>
              </a:rPr>
              <a:t>的評估:</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回歸評估指標:113-1(左)、113-2(右)</a:t>
            </a:r>
            <a:endParaRPr sz="1600">
              <a:solidFill>
                <a:srgbClr val="000000"/>
              </a:solidFill>
              <a:latin typeface="Crimson Text"/>
              <a:ea typeface="Crimson Text"/>
              <a:cs typeface="Crimson Text"/>
              <a:sym typeface="Crimson Text"/>
            </a:endParaRPr>
          </a:p>
          <a:p>
            <a:pPr indent="0" lvl="0" marL="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0" lvl="0" marL="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0" lvl="0" marL="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330200" lvl="0" marL="914400" rtl="0" algn="l">
              <a:lnSpc>
                <a:spcPct val="150000"/>
              </a:lnSpc>
              <a:spcBef>
                <a:spcPts val="0"/>
              </a:spcBef>
              <a:spcAft>
                <a:spcPts val="0"/>
              </a:spcAft>
              <a:buClr>
                <a:srgbClr val="000000"/>
              </a:buClr>
              <a:buSzPts val="1600"/>
              <a:buFont typeface="Crimson Text"/>
              <a:buAutoNum type="alphaLcParenR"/>
            </a:pPr>
            <a:r>
              <a:rPr lang="en" sz="1600">
                <a:solidFill>
                  <a:srgbClr val="000000"/>
                </a:solidFill>
                <a:latin typeface="Crimson Text"/>
                <a:ea typeface="Crimson Text"/>
                <a:cs typeface="Crimson Text"/>
                <a:sym typeface="Crimson Text"/>
              </a:rPr>
              <a:t>分類評估指標:113-1(左)、113-2(右)</a:t>
            </a:r>
            <a:endParaRPr sz="1600">
              <a:solidFill>
                <a:srgbClr val="000000"/>
              </a:solidFill>
              <a:latin typeface="Crimson Text"/>
              <a:ea typeface="Crimson Text"/>
              <a:cs typeface="Crimson Text"/>
              <a:sym typeface="Crimson Text"/>
            </a:endParaRPr>
          </a:p>
          <a:p>
            <a:pPr indent="457200" lvl="0" marL="4572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457200" lvl="0" marL="45720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a:p>
            <a:pPr indent="0" lvl="0" marL="0" rtl="0" algn="l">
              <a:lnSpc>
                <a:spcPct val="150000"/>
              </a:lnSpc>
              <a:spcBef>
                <a:spcPts val="0"/>
              </a:spcBef>
              <a:spcAft>
                <a:spcPts val="0"/>
              </a:spcAft>
              <a:buNone/>
            </a:pPr>
            <a:r>
              <a:t/>
            </a:r>
            <a:endParaRPr sz="1600">
              <a:solidFill>
                <a:srgbClr val="000000"/>
              </a:solidFill>
              <a:latin typeface="Crimson Text"/>
              <a:ea typeface="Crimson Text"/>
              <a:cs typeface="Crimson Text"/>
              <a:sym typeface="Crimson Text"/>
            </a:endParaRPr>
          </a:p>
        </p:txBody>
      </p:sp>
      <p:pic>
        <p:nvPicPr>
          <p:cNvPr id="754" name="Google Shape;754;p44"/>
          <p:cNvPicPr preferRelativeResize="0"/>
          <p:nvPr/>
        </p:nvPicPr>
        <p:blipFill>
          <a:blip r:embed="rId3">
            <a:alphaModFix/>
          </a:blip>
          <a:stretch>
            <a:fillRect/>
          </a:stretch>
        </p:blipFill>
        <p:spPr>
          <a:xfrm>
            <a:off x="1361950" y="2148725"/>
            <a:ext cx="1943100" cy="600075"/>
          </a:xfrm>
          <a:prstGeom prst="rect">
            <a:avLst/>
          </a:prstGeom>
          <a:noFill/>
          <a:ln>
            <a:noFill/>
          </a:ln>
        </p:spPr>
      </p:pic>
      <p:pic>
        <p:nvPicPr>
          <p:cNvPr id="755" name="Google Shape;755;p44"/>
          <p:cNvPicPr preferRelativeResize="0"/>
          <p:nvPr/>
        </p:nvPicPr>
        <p:blipFill>
          <a:blip r:embed="rId4">
            <a:alphaModFix/>
          </a:blip>
          <a:stretch>
            <a:fillRect/>
          </a:stretch>
        </p:blipFill>
        <p:spPr>
          <a:xfrm>
            <a:off x="3769025" y="2148713"/>
            <a:ext cx="1847850" cy="600075"/>
          </a:xfrm>
          <a:prstGeom prst="rect">
            <a:avLst/>
          </a:prstGeom>
          <a:noFill/>
          <a:ln>
            <a:noFill/>
          </a:ln>
        </p:spPr>
      </p:pic>
      <p:pic>
        <p:nvPicPr>
          <p:cNvPr id="756" name="Google Shape;756;p44"/>
          <p:cNvPicPr preferRelativeResize="0"/>
          <p:nvPr/>
        </p:nvPicPr>
        <p:blipFill>
          <a:blip r:embed="rId5">
            <a:alphaModFix/>
          </a:blip>
          <a:stretch>
            <a:fillRect/>
          </a:stretch>
        </p:blipFill>
        <p:spPr>
          <a:xfrm>
            <a:off x="720000" y="3603450"/>
            <a:ext cx="1400175" cy="1028700"/>
          </a:xfrm>
          <a:prstGeom prst="rect">
            <a:avLst/>
          </a:prstGeom>
          <a:noFill/>
          <a:ln>
            <a:noFill/>
          </a:ln>
        </p:spPr>
      </p:pic>
      <p:pic>
        <p:nvPicPr>
          <p:cNvPr id="757" name="Google Shape;757;p44"/>
          <p:cNvPicPr preferRelativeResize="0"/>
          <p:nvPr/>
        </p:nvPicPr>
        <p:blipFill>
          <a:blip r:embed="rId6">
            <a:alphaModFix/>
          </a:blip>
          <a:stretch>
            <a:fillRect/>
          </a:stretch>
        </p:blipFill>
        <p:spPr>
          <a:xfrm>
            <a:off x="2265375" y="3879800"/>
            <a:ext cx="1800225" cy="742950"/>
          </a:xfrm>
          <a:prstGeom prst="rect">
            <a:avLst/>
          </a:prstGeom>
          <a:noFill/>
          <a:ln>
            <a:noFill/>
          </a:ln>
        </p:spPr>
      </p:pic>
      <p:pic>
        <p:nvPicPr>
          <p:cNvPr id="758" name="Google Shape;758;p44"/>
          <p:cNvPicPr preferRelativeResize="0"/>
          <p:nvPr/>
        </p:nvPicPr>
        <p:blipFill>
          <a:blip r:embed="rId7">
            <a:alphaModFix/>
          </a:blip>
          <a:stretch>
            <a:fillRect/>
          </a:stretch>
        </p:blipFill>
        <p:spPr>
          <a:xfrm>
            <a:off x="4344563" y="3598688"/>
            <a:ext cx="1390650" cy="1038225"/>
          </a:xfrm>
          <a:prstGeom prst="rect">
            <a:avLst/>
          </a:prstGeom>
          <a:noFill/>
          <a:ln>
            <a:noFill/>
          </a:ln>
        </p:spPr>
      </p:pic>
      <p:pic>
        <p:nvPicPr>
          <p:cNvPr id="759" name="Google Shape;759;p44"/>
          <p:cNvPicPr preferRelativeResize="0"/>
          <p:nvPr/>
        </p:nvPicPr>
        <p:blipFill>
          <a:blip r:embed="rId8">
            <a:alphaModFix/>
          </a:blip>
          <a:stretch>
            <a:fillRect/>
          </a:stretch>
        </p:blipFill>
        <p:spPr>
          <a:xfrm>
            <a:off x="6014175" y="3863675"/>
            <a:ext cx="1800225" cy="768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45"/>
          <p:cNvSpPr/>
          <p:nvPr>
            <p:ph idx="2" type="pic"/>
          </p:nvPr>
        </p:nvSpPr>
        <p:spPr>
          <a:xfrm>
            <a:off x="-25" y="-13725"/>
            <a:ext cx="9144000" cy="5157300"/>
          </a:xfrm>
          <a:prstGeom prst="rect">
            <a:avLst/>
          </a:prstGeom>
        </p:spPr>
      </p:sp>
      <p:sp>
        <p:nvSpPr>
          <p:cNvPr id="765" name="Google Shape;765;p45"/>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3-2-1 預測</a:t>
            </a:r>
            <a:r>
              <a:rPr lang="en"/>
              <a:t>新開課程選課狀況模型</a:t>
            </a:r>
            <a:r>
              <a:rPr lang="en"/>
              <a:t>-</a:t>
            </a:r>
            <a:r>
              <a:rPr lang="en"/>
              <a:t>方法</a:t>
            </a:r>
            <a:endParaRPr/>
          </a:p>
        </p:txBody>
      </p:sp>
      <p:pic>
        <p:nvPicPr>
          <p:cNvPr id="766" name="Google Shape;766;p45"/>
          <p:cNvPicPr preferRelativeResize="0"/>
          <p:nvPr/>
        </p:nvPicPr>
        <p:blipFill>
          <a:blip r:embed="rId3">
            <a:alphaModFix/>
          </a:blip>
          <a:stretch>
            <a:fillRect/>
          </a:stretch>
        </p:blipFill>
        <p:spPr>
          <a:xfrm>
            <a:off x="0" y="0"/>
            <a:ext cx="6482352" cy="3969062"/>
          </a:xfrm>
          <a:prstGeom prst="rect">
            <a:avLst/>
          </a:prstGeom>
          <a:noFill/>
          <a:ln>
            <a:noFill/>
          </a:ln>
        </p:spPr>
      </p:pic>
      <p:sp>
        <p:nvSpPr>
          <p:cNvPr id="767" name="Google Shape;767;p45"/>
          <p:cNvSpPr txBox="1"/>
          <p:nvPr/>
        </p:nvSpPr>
        <p:spPr>
          <a:xfrm>
            <a:off x="6482350" y="932450"/>
            <a:ext cx="2510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手動勾選，將課程名稱分解成不同課程˙特徵</a:t>
            </a:r>
            <a:endParaRPr>
              <a:solidFill>
                <a:schemeClr val="dk1"/>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46"/>
          <p:cNvSpPr/>
          <p:nvPr>
            <p:ph idx="2" type="pic"/>
          </p:nvPr>
        </p:nvSpPr>
        <p:spPr>
          <a:xfrm>
            <a:off x="-25" y="-13725"/>
            <a:ext cx="9144000" cy="5157300"/>
          </a:xfrm>
          <a:prstGeom prst="rect">
            <a:avLst/>
          </a:prstGeom>
        </p:spPr>
      </p:sp>
      <p:sp>
        <p:nvSpPr>
          <p:cNvPr id="773" name="Google Shape;773;p46"/>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774" name="Google Shape;774;p46" title="2025 01 14 22 40 43">
            <a:hlinkClick r:id="rId3"/>
          </p:cNvPr>
          <p:cNvPicPr preferRelativeResize="0"/>
          <p:nvPr/>
        </p:nvPicPr>
        <p:blipFill>
          <a:blip r:embed="rId4">
            <a:alphaModFix/>
          </a:blip>
          <a:stretch>
            <a:fillRect/>
          </a:stretch>
        </p:blipFill>
        <p:spPr>
          <a:xfrm>
            <a:off x="79825" y="44900"/>
            <a:ext cx="9064174" cy="5098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1000"/>
                                        <p:tgtEl>
                                          <p:spTgt spid="7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47"/>
          <p:cNvSpPr/>
          <p:nvPr>
            <p:ph idx="2" type="pic"/>
          </p:nvPr>
        </p:nvSpPr>
        <p:spPr>
          <a:xfrm>
            <a:off x="-25" y="-13725"/>
            <a:ext cx="9144000" cy="5157300"/>
          </a:xfrm>
          <a:prstGeom prst="rect">
            <a:avLst/>
          </a:prstGeom>
        </p:spPr>
      </p:sp>
      <p:sp>
        <p:nvSpPr>
          <p:cNvPr id="780" name="Google Shape;780;p47"/>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3-2-2 預測選課人數模型-</a:t>
            </a:r>
            <a:r>
              <a:rPr lang="en"/>
              <a:t>數據預處理</a:t>
            </a:r>
            <a:endParaRPr/>
          </a:p>
        </p:txBody>
      </p:sp>
      <p:pic>
        <p:nvPicPr>
          <p:cNvPr id="781" name="Google Shape;781;p47"/>
          <p:cNvPicPr preferRelativeResize="0"/>
          <p:nvPr/>
        </p:nvPicPr>
        <p:blipFill>
          <a:blip r:embed="rId3">
            <a:alphaModFix/>
          </a:blip>
          <a:stretch>
            <a:fillRect/>
          </a:stretch>
        </p:blipFill>
        <p:spPr>
          <a:xfrm>
            <a:off x="75" y="-13722"/>
            <a:ext cx="9144000" cy="379689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48"/>
          <p:cNvSpPr/>
          <p:nvPr>
            <p:ph idx="2" type="pic"/>
          </p:nvPr>
        </p:nvSpPr>
        <p:spPr>
          <a:xfrm>
            <a:off x="-25" y="-13725"/>
            <a:ext cx="9144000" cy="5157300"/>
          </a:xfrm>
          <a:prstGeom prst="rect">
            <a:avLst/>
          </a:prstGeom>
        </p:spPr>
      </p:sp>
      <p:sp>
        <p:nvSpPr>
          <p:cNvPr id="787" name="Google Shape;787;p48"/>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788" name="Google Shape;788;p48"/>
          <p:cNvPicPr preferRelativeResize="0"/>
          <p:nvPr/>
        </p:nvPicPr>
        <p:blipFill>
          <a:blip r:embed="rId3">
            <a:alphaModFix/>
          </a:blip>
          <a:stretch>
            <a:fillRect/>
          </a:stretch>
        </p:blipFill>
        <p:spPr>
          <a:xfrm>
            <a:off x="0" y="449093"/>
            <a:ext cx="9144001" cy="40702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49"/>
          <p:cNvSpPr/>
          <p:nvPr>
            <p:ph idx="2" type="pic"/>
          </p:nvPr>
        </p:nvSpPr>
        <p:spPr>
          <a:xfrm>
            <a:off x="-25" y="-13725"/>
            <a:ext cx="9144000" cy="5157300"/>
          </a:xfrm>
          <a:prstGeom prst="rect">
            <a:avLst/>
          </a:prstGeom>
        </p:spPr>
      </p:sp>
      <p:sp>
        <p:nvSpPr>
          <p:cNvPr id="794" name="Google Shape;794;p49"/>
          <p:cNvSpPr txBox="1"/>
          <p:nvPr>
            <p:ph type="title"/>
          </p:nvPr>
        </p:nvSpPr>
        <p:spPr>
          <a:xfrm>
            <a:off x="1223825" y="4271450"/>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新增特徵、切割資料集並訓練</a:t>
            </a:r>
            <a:endParaRPr/>
          </a:p>
        </p:txBody>
      </p:sp>
      <p:pic>
        <p:nvPicPr>
          <p:cNvPr id="795" name="Google Shape;795;p49"/>
          <p:cNvPicPr preferRelativeResize="0"/>
          <p:nvPr/>
        </p:nvPicPr>
        <p:blipFill>
          <a:blip r:embed="rId3">
            <a:alphaModFix/>
          </a:blip>
          <a:stretch>
            <a:fillRect/>
          </a:stretch>
        </p:blipFill>
        <p:spPr>
          <a:xfrm>
            <a:off x="-25" y="-13729"/>
            <a:ext cx="9143999" cy="415360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50"/>
          <p:cNvSpPr/>
          <p:nvPr>
            <p:ph idx="2" type="pic"/>
          </p:nvPr>
        </p:nvSpPr>
        <p:spPr>
          <a:xfrm>
            <a:off x="-25" y="-13725"/>
            <a:ext cx="9144000" cy="5157300"/>
          </a:xfrm>
          <a:prstGeom prst="rect">
            <a:avLst/>
          </a:prstGeom>
        </p:spPr>
      </p:sp>
      <p:sp>
        <p:nvSpPr>
          <p:cNvPr id="801" name="Google Shape;801;p50"/>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保存模型</a:t>
            </a:r>
            <a:endParaRPr/>
          </a:p>
        </p:txBody>
      </p:sp>
      <p:pic>
        <p:nvPicPr>
          <p:cNvPr id="802" name="Google Shape;802;p50"/>
          <p:cNvPicPr preferRelativeResize="0"/>
          <p:nvPr/>
        </p:nvPicPr>
        <p:blipFill>
          <a:blip r:embed="rId3">
            <a:alphaModFix/>
          </a:blip>
          <a:stretch>
            <a:fillRect/>
          </a:stretch>
        </p:blipFill>
        <p:spPr>
          <a:xfrm>
            <a:off x="0" y="1974479"/>
            <a:ext cx="9143999" cy="119454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51"/>
          <p:cNvSpPr/>
          <p:nvPr>
            <p:ph idx="2" type="pic"/>
          </p:nvPr>
        </p:nvSpPr>
        <p:spPr>
          <a:xfrm>
            <a:off x="-25" y="-13725"/>
            <a:ext cx="9144000" cy="5157300"/>
          </a:xfrm>
          <a:prstGeom prst="rect">
            <a:avLst/>
          </a:prstGeom>
        </p:spPr>
      </p:sp>
      <p:sp>
        <p:nvSpPr>
          <p:cNvPr id="808" name="Google Shape;808;p51"/>
          <p:cNvSpPr txBox="1"/>
          <p:nvPr>
            <p:ph type="title"/>
          </p:nvPr>
        </p:nvSpPr>
        <p:spPr>
          <a:xfrm>
            <a:off x="1223850" y="4431850"/>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3-2-4 預測選課人數模型-</a:t>
            </a:r>
            <a:r>
              <a:rPr lang="en"/>
              <a:t>評估與分析</a:t>
            </a:r>
            <a:endParaRPr/>
          </a:p>
        </p:txBody>
      </p:sp>
      <p:pic>
        <p:nvPicPr>
          <p:cNvPr id="809" name="Google Shape;809;p51"/>
          <p:cNvPicPr preferRelativeResize="0"/>
          <p:nvPr/>
        </p:nvPicPr>
        <p:blipFill>
          <a:blip r:embed="rId3">
            <a:alphaModFix/>
          </a:blip>
          <a:stretch>
            <a:fillRect/>
          </a:stretch>
        </p:blipFill>
        <p:spPr>
          <a:xfrm>
            <a:off x="1330900" y="0"/>
            <a:ext cx="6589251" cy="3564601"/>
          </a:xfrm>
          <a:prstGeom prst="rect">
            <a:avLst/>
          </a:prstGeom>
          <a:noFill/>
          <a:ln>
            <a:noFill/>
          </a:ln>
        </p:spPr>
      </p:pic>
      <p:pic>
        <p:nvPicPr>
          <p:cNvPr id="810" name="Google Shape;810;p51"/>
          <p:cNvPicPr preferRelativeResize="0"/>
          <p:nvPr/>
        </p:nvPicPr>
        <p:blipFill>
          <a:blip r:embed="rId4">
            <a:alphaModFix/>
          </a:blip>
          <a:stretch>
            <a:fillRect/>
          </a:stretch>
        </p:blipFill>
        <p:spPr>
          <a:xfrm>
            <a:off x="2832250" y="3564600"/>
            <a:ext cx="4019550" cy="495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52"/>
          <p:cNvSpPr txBox="1"/>
          <p:nvPr>
            <p:ph type="title"/>
          </p:nvPr>
        </p:nvSpPr>
        <p:spPr>
          <a:xfrm>
            <a:off x="713225" y="2079575"/>
            <a:ext cx="5144700" cy="151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Demo</a:t>
            </a:r>
            <a:endParaRPr/>
          </a:p>
        </p:txBody>
      </p:sp>
      <p:sp>
        <p:nvSpPr>
          <p:cNvPr id="816" name="Google Shape;816;p52"/>
          <p:cNvSpPr txBox="1"/>
          <p:nvPr>
            <p:ph idx="2" type="title"/>
          </p:nvPr>
        </p:nvSpPr>
        <p:spPr>
          <a:xfrm>
            <a:off x="713225" y="1012925"/>
            <a:ext cx="16521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817" name="Google Shape;817;p52"/>
          <p:cNvSpPr txBox="1"/>
          <p:nvPr>
            <p:ph idx="1" type="subTitle"/>
          </p:nvPr>
        </p:nvSpPr>
        <p:spPr>
          <a:xfrm>
            <a:off x="713225" y="3741725"/>
            <a:ext cx="5144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enter a subtitle here if you need it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53"/>
          <p:cNvSpPr/>
          <p:nvPr>
            <p:ph idx="2" type="pic"/>
          </p:nvPr>
        </p:nvSpPr>
        <p:spPr>
          <a:xfrm>
            <a:off x="-25" y="-13725"/>
            <a:ext cx="9144000" cy="5157300"/>
          </a:xfrm>
          <a:prstGeom prst="rect">
            <a:avLst/>
          </a:prstGeom>
        </p:spPr>
      </p:sp>
      <p:sp>
        <p:nvSpPr>
          <p:cNvPr id="823" name="Google Shape;823;p53"/>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824" name="Google Shape;824;p53" title="2025 01 14 23 47 10">
            <a:hlinkClick r:id="rId3"/>
          </p:cNvPr>
          <p:cNvPicPr preferRelativeResize="0"/>
          <p:nvPr/>
        </p:nvPicPr>
        <p:blipFill>
          <a:blip r:embed="rId4">
            <a:alphaModFix/>
          </a:blip>
          <a:stretch>
            <a:fillRect/>
          </a:stretch>
        </p:blipFill>
        <p:spPr>
          <a:xfrm>
            <a:off x="-25" y="0"/>
            <a:ext cx="9144000" cy="5143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1000"/>
                                        <p:tgtEl>
                                          <p:spTgt spid="8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54"/>
          <p:cNvSpPr txBox="1"/>
          <p:nvPr>
            <p:ph type="title"/>
          </p:nvPr>
        </p:nvSpPr>
        <p:spPr>
          <a:xfrm>
            <a:off x="713225" y="2079575"/>
            <a:ext cx="5144700" cy="151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Conclusions and Novelty</a:t>
            </a:r>
            <a:endParaRPr/>
          </a:p>
        </p:txBody>
      </p:sp>
      <p:sp>
        <p:nvSpPr>
          <p:cNvPr id="830" name="Google Shape;830;p54"/>
          <p:cNvSpPr txBox="1"/>
          <p:nvPr>
            <p:ph idx="2" type="title"/>
          </p:nvPr>
        </p:nvSpPr>
        <p:spPr>
          <a:xfrm>
            <a:off x="713225" y="1012925"/>
            <a:ext cx="16521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831" name="Google Shape;831;p54"/>
          <p:cNvSpPr txBox="1"/>
          <p:nvPr>
            <p:ph idx="1" type="subTitle"/>
          </p:nvPr>
        </p:nvSpPr>
        <p:spPr>
          <a:xfrm>
            <a:off x="713225" y="3741725"/>
            <a:ext cx="5144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enter a subtitle here if you need it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 </a:t>
            </a:r>
            <a:endParaRPr/>
          </a:p>
        </p:txBody>
      </p:sp>
      <p:sp>
        <p:nvSpPr>
          <p:cNvPr id="837" name="Google Shape;837;p55"/>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在這次的專題中，我們透過課程的歷史數據分別使用不同的方式對113-1以及113-2開設的課程進行預測、評估其準確度以及對課程的熱門度進行分類</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AutoNum type="arabicParenR"/>
            </a:pPr>
            <a:r>
              <a:rPr lang="en" sz="1600"/>
              <a:t>課程預測:</a:t>
            </a:r>
            <a:endParaRPr sz="1600"/>
          </a:p>
          <a:p>
            <a:pPr indent="-330200" lvl="0" marL="914400" rtl="0" algn="l">
              <a:spcBef>
                <a:spcPts val="0"/>
              </a:spcBef>
              <a:spcAft>
                <a:spcPts val="0"/>
              </a:spcAft>
              <a:buSzPts val="1600"/>
              <a:buChar char="●"/>
            </a:pPr>
            <a:r>
              <a:rPr lang="en" sz="1600"/>
              <a:t>我們觀察到在方法二、三在113-1中的表現明顯比較好</a:t>
            </a:r>
            <a:endParaRPr sz="1600"/>
          </a:p>
          <a:p>
            <a:pPr indent="-330200" lvl="0" marL="914400" rtl="0" algn="l">
              <a:spcBef>
                <a:spcPts val="0"/>
              </a:spcBef>
              <a:spcAft>
                <a:spcPts val="0"/>
              </a:spcAft>
              <a:buSzPts val="1600"/>
              <a:buChar char="●"/>
            </a:pPr>
            <a:r>
              <a:rPr lang="en" sz="1600"/>
              <a:t>追蹤各階段的選課情形，精進我們模型的預測能力</a:t>
            </a:r>
            <a:endParaRPr sz="1600"/>
          </a:p>
          <a:p>
            <a:pPr indent="-330200" lvl="0" marL="914400" rtl="0" algn="l">
              <a:spcBef>
                <a:spcPts val="0"/>
              </a:spcBef>
              <a:spcAft>
                <a:spcPts val="0"/>
              </a:spcAft>
              <a:buSzPts val="1600"/>
              <a:buChar char="●"/>
            </a:pPr>
            <a:r>
              <a:rPr lang="en" sz="1600"/>
              <a:t>方案三結果並不如我們的預期</a:t>
            </a:r>
            <a:endParaRPr sz="1600"/>
          </a:p>
          <a:p>
            <a:pPr indent="-330200" lvl="0" marL="914400" rtl="0" algn="l">
              <a:spcBef>
                <a:spcPts val="0"/>
              </a:spcBef>
              <a:spcAft>
                <a:spcPts val="0"/>
              </a:spcAft>
              <a:buSzPts val="1600"/>
              <a:buChar char="●"/>
            </a:pPr>
            <a:r>
              <a:rPr lang="en" sz="1600"/>
              <a:t>增加更多的特徵、改進評估的方式、對資料進行處理與校正</a:t>
            </a:r>
            <a:endParaRPr sz="1600"/>
          </a:p>
          <a:p>
            <a:pPr indent="0" lvl="0" marL="0" rtl="0" algn="l">
              <a:spcBef>
                <a:spcPts val="0"/>
              </a:spcBef>
              <a:spcAft>
                <a:spcPts val="0"/>
              </a:spcAft>
              <a:buNone/>
            </a:pPr>
            <a:r>
              <a:t/>
            </a:r>
            <a:endParaRPr sz="16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 </a:t>
            </a:r>
            <a:endParaRPr/>
          </a:p>
        </p:txBody>
      </p:sp>
      <p:sp>
        <p:nvSpPr>
          <p:cNvPr id="843" name="Google Shape;843;p56"/>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2)	熱門度分類:</a:t>
            </a:r>
            <a:endParaRPr sz="1600"/>
          </a:p>
          <a:p>
            <a:pPr indent="-330200" lvl="0" marL="914400" rtl="0" algn="l">
              <a:spcBef>
                <a:spcPts val="0"/>
              </a:spcBef>
              <a:spcAft>
                <a:spcPts val="0"/>
              </a:spcAft>
              <a:buSzPts val="1600"/>
              <a:buChar char="●"/>
            </a:pPr>
            <a:r>
              <a:rPr lang="en" sz="1600"/>
              <a:t>熱門度分類在方法二以及方法三中都沒有很好</a:t>
            </a:r>
            <a:endParaRPr sz="1600"/>
          </a:p>
          <a:p>
            <a:pPr indent="-330200" lvl="0" marL="914400" rtl="0" algn="l">
              <a:spcBef>
                <a:spcPts val="0"/>
              </a:spcBef>
              <a:spcAft>
                <a:spcPts val="0"/>
              </a:spcAft>
              <a:buSzPts val="1600"/>
              <a:buChar char="●"/>
            </a:pPr>
            <a:r>
              <a:rPr lang="en" sz="1600"/>
              <a:t>改進我們的預測結果</a:t>
            </a:r>
            <a:endParaRPr sz="1600"/>
          </a:p>
          <a:p>
            <a:pPr indent="-330200" lvl="0" marL="914400" rtl="0" algn="l">
              <a:spcBef>
                <a:spcPts val="0"/>
              </a:spcBef>
              <a:spcAft>
                <a:spcPts val="0"/>
              </a:spcAft>
              <a:buSzPts val="1600"/>
              <a:buChar char="●"/>
            </a:pPr>
            <a:r>
              <a:rPr lang="en" sz="1600"/>
              <a:t>重新評估熱門度的評估指標</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各科系的熱門課程:</a:t>
            </a:r>
            <a:endParaRPr sz="1600"/>
          </a:p>
          <a:p>
            <a:pPr indent="0" lvl="0" marL="0" rtl="0" algn="l">
              <a:spcBef>
                <a:spcPts val="0"/>
              </a:spcBef>
              <a:spcAft>
                <a:spcPts val="0"/>
              </a:spcAft>
              <a:buNone/>
            </a:pPr>
            <a:r>
              <a:rPr lang="en" sz="1600"/>
              <a:t>資工系（共7堂）：資訊專題(一)、資訊專題(二)、資訊工程倫理與生涯規劃、統計學習導論、從創意到創新(二)、Linux 系統與開源軟體、進階英語課程-專業科學英文(一)</a:t>
            </a:r>
            <a:endParaRPr sz="1600"/>
          </a:p>
          <a:p>
            <a:pPr indent="0" lvl="0" marL="0" rtl="0" algn="l">
              <a:spcBef>
                <a:spcPts val="0"/>
              </a:spcBef>
              <a:spcAft>
                <a:spcPts val="0"/>
              </a:spcAft>
              <a:buNone/>
            </a:pPr>
            <a:r>
              <a:rPr lang="en" sz="1600"/>
              <a:t>測量系（共6堂）：土地法及測量法規、普通物理學實驗(一)、普通物理學實驗(二)、航測及遙測基礎、計算機程式設計、科學計算軟體</a:t>
            </a:r>
            <a:endParaRPr sz="1600"/>
          </a:p>
          <a:p>
            <a:pPr indent="0" lvl="0" marL="0" rtl="0" algn="l">
              <a:spcBef>
                <a:spcPts val="0"/>
              </a:spcBef>
              <a:spcAft>
                <a:spcPts val="0"/>
              </a:spcAft>
              <a:buNone/>
            </a:pPr>
            <a:r>
              <a:rPr lang="en" sz="1600"/>
              <a:t>數學系（共2堂）：離散數學、計算機概論與程式語言</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 </a:t>
            </a:r>
            <a:endParaRPr/>
          </a:p>
        </p:txBody>
      </p:sp>
      <p:sp>
        <p:nvSpPr>
          <p:cNvPr id="849" name="Google Shape;849;p57"/>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統計系:</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pic>
        <p:nvPicPr>
          <p:cNvPr id="850" name="Google Shape;850;p57"/>
          <p:cNvPicPr preferRelativeResize="0"/>
          <p:nvPr/>
        </p:nvPicPr>
        <p:blipFill>
          <a:blip r:embed="rId3">
            <a:alphaModFix/>
          </a:blip>
          <a:stretch>
            <a:fillRect/>
          </a:stretch>
        </p:blipFill>
        <p:spPr>
          <a:xfrm>
            <a:off x="1056600" y="1703675"/>
            <a:ext cx="2395475" cy="3162700"/>
          </a:xfrm>
          <a:prstGeom prst="rect">
            <a:avLst/>
          </a:prstGeom>
          <a:noFill/>
          <a:ln>
            <a:noFill/>
          </a:ln>
        </p:spPr>
      </p:pic>
      <p:pic>
        <p:nvPicPr>
          <p:cNvPr id="851" name="Google Shape;851;p57"/>
          <p:cNvPicPr preferRelativeResize="0"/>
          <p:nvPr/>
        </p:nvPicPr>
        <p:blipFill>
          <a:blip r:embed="rId4">
            <a:alphaModFix/>
          </a:blip>
          <a:stretch>
            <a:fillRect/>
          </a:stretch>
        </p:blipFill>
        <p:spPr>
          <a:xfrm>
            <a:off x="4234748" y="1665650"/>
            <a:ext cx="2147527" cy="32387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58"/>
          <p:cNvSpPr/>
          <p:nvPr>
            <p:ph idx="2" type="pic"/>
          </p:nvPr>
        </p:nvSpPr>
        <p:spPr>
          <a:xfrm>
            <a:off x="-25" y="-13725"/>
            <a:ext cx="9144000" cy="5157300"/>
          </a:xfrm>
          <a:prstGeom prst="rect">
            <a:avLst/>
          </a:prstGeom>
        </p:spPr>
      </p:sp>
      <p:sp>
        <p:nvSpPr>
          <p:cNvPr id="857" name="Google Shape;857;p58"/>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858" name="Google Shape;858;p58"/>
          <p:cNvSpPr txBox="1"/>
          <p:nvPr/>
        </p:nvSpPr>
        <p:spPr>
          <a:xfrm>
            <a:off x="410625" y="714475"/>
            <a:ext cx="84699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DM Sans"/>
                <a:ea typeface="DM Sans"/>
                <a:cs typeface="DM Sans"/>
                <a:sym typeface="DM Sans"/>
              </a:rPr>
              <a:t>1、</a:t>
            </a:r>
            <a:r>
              <a:rPr lang="en" sz="2000"/>
              <a:t>多模型集成與加權方法：我們採用了多模型集成策略，</a:t>
            </a:r>
            <a:endParaRPr sz="2000"/>
          </a:p>
          <a:p>
            <a:pPr indent="0" lvl="0" marL="0" rtl="0" algn="l">
              <a:spcBef>
                <a:spcPts val="0"/>
              </a:spcBef>
              <a:spcAft>
                <a:spcPts val="0"/>
              </a:spcAft>
              <a:buNone/>
            </a:pPr>
            <a:r>
              <a:rPr lang="en" sz="2000"/>
              <a:t>      結合了歷史數據的加權處理，提升了模型對近期數據變化的敏感性</a:t>
            </a:r>
            <a:endParaRPr sz="2000"/>
          </a:p>
          <a:p>
            <a:pPr indent="0" lvl="0" marL="0" rtl="0" algn="l">
              <a:spcBef>
                <a:spcPts val="0"/>
              </a:spcBef>
              <a:spcAft>
                <a:spcPts val="0"/>
              </a:spcAft>
              <a:buNone/>
            </a:pPr>
            <a:r>
              <a:rPr lang="en" sz="2000"/>
              <a:t>      ，為預測的準確性提供了保障</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solidFill>
                  <a:schemeClr val="dk1"/>
                </a:solidFill>
                <a:latin typeface="DM Sans"/>
                <a:ea typeface="DM Sans"/>
                <a:cs typeface="DM Sans"/>
                <a:sym typeface="DM Sans"/>
              </a:rPr>
              <a:t>2、</a:t>
            </a:r>
            <a:r>
              <a:rPr lang="en" sz="2000"/>
              <a:t>使用加權平均方式，以及權重的標準化，對於有開設的課程進行預估</a:t>
            </a:r>
            <a:endParaRPr sz="2000"/>
          </a:p>
          <a:p>
            <a:pPr indent="0" lvl="0" marL="0" rtl="0" algn="l">
              <a:spcBef>
                <a:spcPts val="0"/>
              </a:spcBef>
              <a:spcAft>
                <a:spcPts val="0"/>
              </a:spcAft>
              <a:buNone/>
            </a:pPr>
            <a:r>
              <a:rPr lang="en" sz="2000"/>
              <a:t>      並評估準確度</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solidFill>
                  <a:schemeClr val="dk1"/>
                </a:solidFill>
                <a:latin typeface="DM Sans"/>
                <a:ea typeface="DM Sans"/>
                <a:cs typeface="DM Sans"/>
                <a:sym typeface="DM Sans"/>
              </a:rPr>
              <a:t>3、</a:t>
            </a:r>
            <a:r>
              <a:rPr lang="en" sz="2000"/>
              <a:t>優化的分類技術：透過分位數閾值與optuna參數優化的結合，</a:t>
            </a:r>
            <a:endParaRPr sz="2000"/>
          </a:p>
          <a:p>
            <a:pPr indent="0" lvl="0" marL="0" rtl="0" algn="l">
              <a:spcBef>
                <a:spcPts val="0"/>
              </a:spcBef>
              <a:spcAft>
                <a:spcPts val="0"/>
              </a:spcAft>
              <a:buNone/>
            </a:pPr>
            <a:r>
              <a:rPr lang="en" sz="2000"/>
              <a:t>      實現了靈活的熱門度分類，能有效應對不同課程的特性差異。</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solidFill>
                  <a:schemeClr val="dk1"/>
                </a:solidFill>
                <a:latin typeface="DM Sans"/>
                <a:ea typeface="DM Sans"/>
                <a:cs typeface="DM Sans"/>
                <a:sym typeface="DM Sans"/>
              </a:rPr>
              <a:t>4、</a:t>
            </a:r>
            <a:r>
              <a:rPr lang="en" sz="2000"/>
              <a:t>熱門課程的篩選：基於熱門度分析，每個系所熱門度課程清單被</a:t>
            </a:r>
            <a:endParaRPr sz="2000"/>
          </a:p>
          <a:p>
            <a:pPr indent="0" lvl="0" marL="0" rtl="0" algn="l">
              <a:spcBef>
                <a:spcPts val="0"/>
              </a:spcBef>
              <a:spcAft>
                <a:spcPts val="0"/>
              </a:spcAft>
              <a:buNone/>
            </a:pPr>
            <a:r>
              <a:rPr lang="en" sz="2000"/>
              <a:t>      成功生成，為各系提供不同的規劃參考</a:t>
            </a:r>
            <a:endParaRPr sz="2000"/>
          </a:p>
        </p:txBody>
      </p:sp>
      <p:sp>
        <p:nvSpPr>
          <p:cNvPr id="859" name="Google Shape;859;p58"/>
          <p:cNvSpPr txBox="1"/>
          <p:nvPr/>
        </p:nvSpPr>
        <p:spPr>
          <a:xfrm>
            <a:off x="1452700" y="160375"/>
            <a:ext cx="5420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chemeClr val="dk1"/>
                </a:solidFill>
                <a:latin typeface="DM Sans"/>
                <a:ea typeface="DM Sans"/>
                <a:cs typeface="DM Sans"/>
                <a:sym typeface="DM Sans"/>
              </a:rPr>
              <a:t>Novelty</a:t>
            </a:r>
            <a:endParaRPr b="1" sz="2400">
              <a:solidFill>
                <a:schemeClr val="dk1"/>
              </a:solidFill>
              <a:latin typeface="DM Sans"/>
              <a:ea typeface="DM Sans"/>
              <a:cs typeface="DM Sans"/>
              <a:sym typeface="DM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59"/>
          <p:cNvSpPr/>
          <p:nvPr>
            <p:ph idx="2" type="pic"/>
          </p:nvPr>
        </p:nvSpPr>
        <p:spPr>
          <a:xfrm>
            <a:off x="-25" y="-13725"/>
            <a:ext cx="9144000" cy="5157300"/>
          </a:xfrm>
          <a:prstGeom prst="rect">
            <a:avLst/>
          </a:prstGeom>
        </p:spPr>
      </p:sp>
      <p:sp>
        <p:nvSpPr>
          <p:cNvPr id="865" name="Google Shape;865;p59"/>
          <p:cNvSpPr txBox="1"/>
          <p:nvPr/>
        </p:nvSpPr>
        <p:spPr>
          <a:xfrm>
            <a:off x="516750" y="780275"/>
            <a:ext cx="81105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5、初步應用的方向性：我們的模型雖然初步使用了簡單的特徵值進行</a:t>
            </a:r>
            <a:endParaRPr sz="2000"/>
          </a:p>
          <a:p>
            <a:pPr indent="0" lvl="0" marL="0" rtl="0" algn="l">
              <a:spcBef>
                <a:spcPts val="0"/>
              </a:spcBef>
              <a:spcAft>
                <a:spcPts val="0"/>
              </a:spcAft>
              <a:buNone/>
            </a:pPr>
            <a:r>
              <a:rPr lang="en" sz="2000"/>
              <a:t>      預測，但為未來的優化提供更清晰的方向，整合更多數據特徵，</a:t>
            </a:r>
            <a:endParaRPr sz="2000"/>
          </a:p>
          <a:p>
            <a:pPr indent="0" lvl="0" marL="0" rtl="0" algn="l">
              <a:spcBef>
                <a:spcPts val="0"/>
              </a:spcBef>
              <a:spcAft>
                <a:spcPts val="0"/>
              </a:spcAft>
              <a:buNone/>
            </a:pPr>
            <a:r>
              <a:rPr lang="en" sz="2000"/>
              <a:t>      能夠顯著提升模型的應用價值</a:t>
            </a:r>
            <a:endParaRPr sz="2000"/>
          </a:p>
          <a:p>
            <a:pPr indent="0" lvl="0" marL="0" rtl="0" algn="l">
              <a:spcBef>
                <a:spcPts val="0"/>
              </a:spcBef>
              <a:spcAft>
                <a:spcPts val="0"/>
              </a:spcAft>
              <a:buNone/>
            </a:pPr>
            <a:r>
              <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6、</a:t>
            </a:r>
            <a:r>
              <a:rPr lang="en" sz="2000"/>
              <a:t>全流程自動化分析：從數據清理到結果輸出，我們構建了一個</a:t>
            </a:r>
            <a:endParaRPr sz="2000"/>
          </a:p>
          <a:p>
            <a:pPr indent="0" lvl="0" marL="0" rtl="0" algn="l">
              <a:spcBef>
                <a:spcPts val="0"/>
              </a:spcBef>
              <a:spcAft>
                <a:spcPts val="0"/>
              </a:spcAft>
              <a:buNone/>
            </a:pPr>
            <a:r>
              <a:rPr lang="en" sz="2000"/>
              <a:t>      自動化預測與分類框架，顯著提升了實際應用的效率</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7、寫了使用者介面利用課程特徵勾選的方式讓教授在開設新課前先</a:t>
            </a:r>
            <a:endParaRPr sz="2000"/>
          </a:p>
          <a:p>
            <a:pPr indent="0" lvl="0" marL="0" rtl="0" algn="l">
              <a:spcBef>
                <a:spcPts val="0"/>
              </a:spcBef>
              <a:spcAft>
                <a:spcPts val="0"/>
              </a:spcAft>
              <a:buNone/>
            </a:pPr>
            <a:r>
              <a:rPr lang="en" sz="2000"/>
              <a:t>      預測這堂課的選課狀況</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8、寫了使用者介面讓學生知道想學的東西可能在哪些課中學的到</a:t>
            </a:r>
            <a:endParaRPr sz="2000"/>
          </a:p>
          <a:p>
            <a:pPr indent="0" lvl="0" marL="0" rtl="0" algn="l">
              <a:spcBef>
                <a:spcPts val="0"/>
              </a:spcBef>
              <a:spcAft>
                <a:spcPts val="0"/>
              </a:spcAft>
              <a:buNone/>
            </a:pPr>
            <a:r>
              <a:rPr lang="en" sz="2000"/>
              <a:t>      (相似度分析)</a:t>
            </a:r>
            <a:endParaRPr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60"/>
          <p:cNvSpPr txBox="1"/>
          <p:nvPr>
            <p:ph type="title"/>
          </p:nvPr>
        </p:nvSpPr>
        <p:spPr>
          <a:xfrm>
            <a:off x="713225" y="2079575"/>
            <a:ext cx="5144700" cy="151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Future Directions</a:t>
            </a:r>
            <a:endParaRPr/>
          </a:p>
        </p:txBody>
      </p:sp>
      <p:sp>
        <p:nvSpPr>
          <p:cNvPr id="871" name="Google Shape;871;p60"/>
          <p:cNvSpPr txBox="1"/>
          <p:nvPr>
            <p:ph idx="2" type="title"/>
          </p:nvPr>
        </p:nvSpPr>
        <p:spPr>
          <a:xfrm>
            <a:off x="713225" y="1012925"/>
            <a:ext cx="16521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872" name="Google Shape;872;p60"/>
          <p:cNvSpPr txBox="1"/>
          <p:nvPr>
            <p:ph idx="1" type="subTitle"/>
          </p:nvPr>
        </p:nvSpPr>
        <p:spPr>
          <a:xfrm>
            <a:off x="713225" y="3741725"/>
            <a:ext cx="5144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enter a subtitle here if you need it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61"/>
          <p:cNvSpPr/>
          <p:nvPr>
            <p:ph idx="2" type="pic"/>
          </p:nvPr>
        </p:nvSpPr>
        <p:spPr>
          <a:xfrm>
            <a:off x="-25" y="-13725"/>
            <a:ext cx="9144000" cy="5157300"/>
          </a:xfrm>
          <a:prstGeom prst="rect">
            <a:avLst/>
          </a:prstGeom>
        </p:spPr>
      </p:sp>
      <p:sp>
        <p:nvSpPr>
          <p:cNvPr id="878" name="Google Shape;878;p61"/>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879" name="Google Shape;879;p61"/>
          <p:cNvSpPr txBox="1"/>
          <p:nvPr/>
        </p:nvSpPr>
        <p:spPr>
          <a:xfrm>
            <a:off x="462000" y="933375"/>
            <a:ext cx="85212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DM Sans"/>
                <a:ea typeface="DM Sans"/>
                <a:cs typeface="DM Sans"/>
                <a:sym typeface="DM Sans"/>
              </a:rPr>
              <a:t>1、寫出一個完整且功能完善的使用者介面</a:t>
            </a:r>
            <a:endParaRPr sz="2000">
              <a:solidFill>
                <a:schemeClr val="dk1"/>
              </a:solidFill>
              <a:latin typeface="DM Sans"/>
              <a:ea typeface="DM Sans"/>
              <a:cs typeface="DM Sans"/>
              <a:sym typeface="DM Sans"/>
            </a:endParaRPr>
          </a:p>
          <a:p>
            <a:pPr indent="0" lvl="0" marL="0" rtl="0" algn="l">
              <a:spcBef>
                <a:spcPts val="0"/>
              </a:spcBef>
              <a:spcAft>
                <a:spcPts val="0"/>
              </a:spcAft>
              <a:buNone/>
            </a:pPr>
            <a:r>
              <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2、減少預測選課人數模型的數量及大小(可能將一些相似的課合併或是</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使用蒸餾算法之類的來節省模型)</a:t>
            </a:r>
            <a:endParaRPr sz="2000">
              <a:solidFill>
                <a:schemeClr val="dk1"/>
              </a:solidFill>
              <a:latin typeface="DM Sans"/>
              <a:ea typeface="DM Sans"/>
              <a:cs typeface="DM Sans"/>
              <a:sym typeface="DM Sans"/>
            </a:endParaRPr>
          </a:p>
          <a:p>
            <a:pPr indent="0" lvl="0" marL="0" rtl="0" algn="l">
              <a:spcBef>
                <a:spcPts val="0"/>
              </a:spcBef>
              <a:spcAft>
                <a:spcPts val="0"/>
              </a:spcAft>
              <a:buNone/>
            </a:pPr>
            <a:r>
              <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3、使用更複雜的模型來進行訓練</a:t>
            </a:r>
            <a:endParaRPr sz="2000">
              <a:solidFill>
                <a:schemeClr val="dk1"/>
              </a:solidFill>
              <a:latin typeface="DM Sans"/>
              <a:ea typeface="DM Sans"/>
              <a:cs typeface="DM Sans"/>
              <a:sym typeface="DM Sans"/>
            </a:endParaRPr>
          </a:p>
          <a:p>
            <a:pPr indent="0" lvl="0" marL="0" rtl="0" algn="l">
              <a:spcBef>
                <a:spcPts val="0"/>
              </a:spcBef>
              <a:spcAft>
                <a:spcPts val="0"/>
              </a:spcAft>
              <a:buNone/>
            </a:pPr>
            <a:r>
              <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4、利用一些方法提升模型的性能(調參數等等)</a:t>
            </a:r>
            <a:endParaRPr sz="2000">
              <a:solidFill>
                <a:schemeClr val="dk1"/>
              </a:solidFill>
              <a:latin typeface="DM Sans"/>
              <a:ea typeface="DM Sans"/>
              <a:cs typeface="DM Sans"/>
              <a:sym typeface="DM Sans"/>
            </a:endParaRPr>
          </a:p>
          <a:p>
            <a:pPr indent="0" lvl="0" marL="0" rtl="0" algn="l">
              <a:spcBef>
                <a:spcPts val="0"/>
              </a:spcBef>
              <a:spcAft>
                <a:spcPts val="0"/>
              </a:spcAft>
              <a:buNone/>
            </a:pPr>
            <a:r>
              <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5、</a:t>
            </a:r>
            <a:r>
              <a:rPr lang="en" sz="2000"/>
              <a:t>更加準確的課程特徵勾選以及考慮授課老師的因素等更多因素</a:t>
            </a:r>
            <a:endParaRPr sz="2000">
              <a:solidFill>
                <a:schemeClr val="dk1"/>
              </a:solidFill>
              <a:latin typeface="DM Sans"/>
              <a:ea typeface="DM Sans"/>
              <a:cs typeface="DM Sans"/>
              <a:sym typeface="DM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62"/>
          <p:cNvSpPr txBox="1"/>
          <p:nvPr>
            <p:ph type="title"/>
          </p:nvPr>
        </p:nvSpPr>
        <p:spPr>
          <a:xfrm>
            <a:off x="713225" y="2079575"/>
            <a:ext cx="5882700" cy="151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Contribution </a:t>
            </a:r>
            <a:endParaRPr/>
          </a:p>
          <a:p>
            <a:pPr indent="0" lvl="0" marL="0" rtl="0" algn="l">
              <a:spcBef>
                <a:spcPts val="0"/>
              </a:spcBef>
              <a:spcAft>
                <a:spcPts val="0"/>
              </a:spcAft>
              <a:buNone/>
            </a:pPr>
            <a:r>
              <a:rPr lang="en"/>
              <a:t>of each team member</a:t>
            </a:r>
            <a:endParaRPr/>
          </a:p>
        </p:txBody>
      </p:sp>
      <p:sp>
        <p:nvSpPr>
          <p:cNvPr id="885" name="Google Shape;885;p62"/>
          <p:cNvSpPr txBox="1"/>
          <p:nvPr>
            <p:ph idx="2" type="title"/>
          </p:nvPr>
        </p:nvSpPr>
        <p:spPr>
          <a:xfrm>
            <a:off x="713225" y="1012925"/>
            <a:ext cx="1652100" cy="9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07</a:t>
            </a:r>
            <a:endParaRPr/>
          </a:p>
        </p:txBody>
      </p:sp>
      <p:sp>
        <p:nvSpPr>
          <p:cNvPr id="886" name="Google Shape;886;p62"/>
          <p:cNvSpPr txBox="1"/>
          <p:nvPr>
            <p:ph idx="1" type="subTitle"/>
          </p:nvPr>
        </p:nvSpPr>
        <p:spPr>
          <a:xfrm>
            <a:off x="713225" y="3741725"/>
            <a:ext cx="5144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enter a subtitle here if you need it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63"/>
          <p:cNvSpPr/>
          <p:nvPr>
            <p:ph idx="2" type="pic"/>
          </p:nvPr>
        </p:nvSpPr>
        <p:spPr>
          <a:xfrm>
            <a:off x="-25" y="-13725"/>
            <a:ext cx="9144000" cy="5157300"/>
          </a:xfrm>
          <a:prstGeom prst="rect">
            <a:avLst/>
          </a:prstGeom>
        </p:spPr>
      </p:sp>
      <p:sp>
        <p:nvSpPr>
          <p:cNvPr id="892" name="Google Shape;892;p63"/>
          <p:cNvSpPr txBox="1"/>
          <p:nvPr>
            <p:ph type="title"/>
          </p:nvPr>
        </p:nvSpPr>
        <p:spPr>
          <a:xfrm>
            <a:off x="1223925" y="4014825"/>
            <a:ext cx="6696300" cy="57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893" name="Google Shape;893;p63"/>
          <p:cNvGraphicFramePr/>
          <p:nvPr/>
        </p:nvGraphicFramePr>
        <p:xfrm>
          <a:off x="1714575" y="1793025"/>
          <a:ext cx="3000000" cy="3000000"/>
        </p:xfrm>
        <a:graphic>
          <a:graphicData uri="http://schemas.openxmlformats.org/drawingml/2006/table">
            <a:tbl>
              <a:tblPr>
                <a:noFill/>
                <a:tableStyleId>{1F5F3ADF-8601-4E5A-8B3A-510D783291A0}</a:tableStyleId>
              </a:tblPr>
              <a:tblGrid>
                <a:gridCol w="733425"/>
                <a:gridCol w="4981575"/>
              </a:tblGrid>
              <a:tr h="100000">
                <a:tc>
                  <a:txBody>
                    <a:bodyPr/>
                    <a:lstStyle/>
                    <a:p>
                      <a:pPr indent="0" lvl="0" marL="0" rtl="0" algn="l">
                        <a:spcBef>
                          <a:spcPts val="0"/>
                        </a:spcBef>
                        <a:spcAft>
                          <a:spcPts val="0"/>
                        </a:spcAft>
                        <a:buNone/>
                      </a:pPr>
                      <a:r>
                        <a:rPr lang="en" sz="1200"/>
                        <a:t>組員</a:t>
                      </a:r>
                      <a:endParaRPr sz="1200"/>
                    </a:p>
                  </a:txBody>
                  <a:tcPr marT="63500" marB="63500" marR="63500" marL="63500"/>
                </a:tc>
                <a:tc>
                  <a:txBody>
                    <a:bodyPr/>
                    <a:lstStyle/>
                    <a:p>
                      <a:pPr indent="0" lvl="0" marL="0" rtl="0" algn="l">
                        <a:spcBef>
                          <a:spcPts val="0"/>
                        </a:spcBef>
                        <a:spcAft>
                          <a:spcPts val="0"/>
                        </a:spcAft>
                        <a:buNone/>
                      </a:pPr>
                      <a:r>
                        <a:rPr lang="en" sz="1200"/>
                        <a:t>貢獻</a:t>
                      </a:r>
                      <a:endParaRPr sz="1200"/>
                    </a:p>
                  </a:txBody>
                  <a:tcPr marT="63500" marB="63500" marR="63500" marL="63500"/>
                </a:tc>
              </a:tr>
              <a:tr h="12700">
                <a:tc>
                  <a:txBody>
                    <a:bodyPr/>
                    <a:lstStyle/>
                    <a:p>
                      <a:pPr indent="0" lvl="0" marL="0" rtl="0" algn="l">
                        <a:spcBef>
                          <a:spcPts val="0"/>
                        </a:spcBef>
                        <a:spcAft>
                          <a:spcPts val="0"/>
                        </a:spcAft>
                        <a:buNone/>
                      </a:pPr>
                      <a:r>
                        <a:rPr lang="en" sz="1200"/>
                        <a:t>施淳譯</a:t>
                      </a:r>
                      <a:endParaRPr sz="1200"/>
                    </a:p>
                  </a:txBody>
                  <a:tcPr marT="63500" marB="63500" marR="63500" marL="63500"/>
                </a:tc>
                <a:tc>
                  <a:txBody>
                    <a:bodyPr/>
                    <a:lstStyle/>
                    <a:p>
                      <a:pPr indent="0" lvl="0" marL="0" rtl="0" algn="l">
                        <a:spcBef>
                          <a:spcPts val="0"/>
                        </a:spcBef>
                        <a:spcAft>
                          <a:spcPts val="0"/>
                        </a:spcAft>
                        <a:buNone/>
                      </a:pPr>
                      <a:r>
                        <a:rPr lang="en" sz="1200"/>
                        <a:t>資料爬蟲、方法二</a:t>
                      </a:r>
                      <a:r>
                        <a:rPr lang="en" sz="1200"/>
                        <a:t>；三</a:t>
                      </a:r>
                      <a:r>
                        <a:rPr lang="en" sz="1200"/>
                        <a:t>實作、報告撰寫、簡報製作、報告</a:t>
                      </a:r>
                      <a:endParaRPr sz="1200"/>
                    </a:p>
                  </a:txBody>
                  <a:tcPr marT="63500" marB="63500" marR="63500" marL="63500"/>
                </a:tc>
              </a:tr>
              <a:tr h="12700">
                <a:tc>
                  <a:txBody>
                    <a:bodyPr/>
                    <a:lstStyle/>
                    <a:p>
                      <a:pPr indent="0" lvl="0" marL="0" rtl="0" algn="l">
                        <a:spcBef>
                          <a:spcPts val="0"/>
                        </a:spcBef>
                        <a:spcAft>
                          <a:spcPts val="0"/>
                        </a:spcAft>
                        <a:buNone/>
                      </a:pPr>
                      <a:r>
                        <a:rPr lang="en" sz="1200"/>
                        <a:t>蔡譯潁</a:t>
                      </a:r>
                      <a:endParaRPr sz="1200"/>
                    </a:p>
                  </a:txBody>
                  <a:tcPr marT="63500" marB="63500" marR="63500" marL="63500"/>
                </a:tc>
                <a:tc>
                  <a:txBody>
                    <a:bodyPr/>
                    <a:lstStyle/>
                    <a:p>
                      <a:pPr indent="0" lvl="0" marL="0" rtl="0" algn="l">
                        <a:spcBef>
                          <a:spcPts val="0"/>
                        </a:spcBef>
                        <a:spcAft>
                          <a:spcPts val="0"/>
                        </a:spcAft>
                        <a:buNone/>
                      </a:pPr>
                      <a:r>
                        <a:rPr lang="en" sz="1200"/>
                        <a:t>特徵勾選與預測方法實作、報告撰寫、簡報製作、報告</a:t>
                      </a:r>
                      <a:endParaRPr sz="1200"/>
                    </a:p>
                  </a:txBody>
                  <a:tcPr marT="63500" marB="63500" marR="63500" marL="63500"/>
                </a:tc>
              </a:tr>
              <a:tr h="12700">
                <a:tc>
                  <a:txBody>
                    <a:bodyPr/>
                    <a:lstStyle/>
                    <a:p>
                      <a:pPr indent="0" lvl="0" marL="0" rtl="0" algn="l">
                        <a:spcBef>
                          <a:spcPts val="0"/>
                        </a:spcBef>
                        <a:spcAft>
                          <a:spcPts val="0"/>
                        </a:spcAft>
                        <a:buNone/>
                      </a:pPr>
                      <a:r>
                        <a:rPr lang="en" sz="1200"/>
                        <a:t>陳亭蓁</a:t>
                      </a:r>
                      <a:endParaRPr sz="1200"/>
                    </a:p>
                  </a:txBody>
                  <a:tcPr marT="63500" marB="63500" marR="63500" marL="63500"/>
                </a:tc>
                <a:tc>
                  <a:txBody>
                    <a:bodyPr/>
                    <a:lstStyle/>
                    <a:p>
                      <a:pPr indent="0" lvl="0" marL="0" rtl="0" algn="l">
                        <a:spcBef>
                          <a:spcPts val="0"/>
                        </a:spcBef>
                        <a:spcAft>
                          <a:spcPts val="0"/>
                        </a:spcAft>
                        <a:buNone/>
                      </a:pPr>
                      <a:r>
                        <a:rPr lang="en" sz="1200"/>
                        <a:t>資料爬蟲、方法一實作、報告撰寫、簡報製作</a:t>
                      </a:r>
                      <a:endParaRPr sz="1200"/>
                    </a:p>
                  </a:txBody>
                  <a:tcPr marT="63500" marB="63500" marR="63500" marL="63500"/>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64"/>
          <p:cNvSpPr txBox="1"/>
          <p:nvPr>
            <p:ph type="title"/>
          </p:nvPr>
        </p:nvSpPr>
        <p:spPr>
          <a:xfrm>
            <a:off x="2347938" y="582775"/>
            <a:ext cx="4448100" cy="105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899" name="Google Shape;899;p64"/>
          <p:cNvSpPr txBox="1"/>
          <p:nvPr>
            <p:ph idx="1" type="subTitle"/>
          </p:nvPr>
        </p:nvSpPr>
        <p:spPr>
          <a:xfrm>
            <a:off x="2347900" y="1835400"/>
            <a:ext cx="4448100" cy="1058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0" name="Google Shape;900;p64"/>
          <p:cNvSpPr/>
          <p:nvPr/>
        </p:nvSpPr>
        <p:spPr>
          <a:xfrm>
            <a:off x="3497625" y="3088037"/>
            <a:ext cx="437400" cy="437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64"/>
          <p:cNvSpPr/>
          <p:nvPr/>
        </p:nvSpPr>
        <p:spPr>
          <a:xfrm>
            <a:off x="4353250" y="3088037"/>
            <a:ext cx="437400" cy="437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64"/>
          <p:cNvSpPr/>
          <p:nvPr/>
        </p:nvSpPr>
        <p:spPr>
          <a:xfrm>
            <a:off x="5221125" y="3088037"/>
            <a:ext cx="437400" cy="437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64"/>
          <p:cNvSpPr txBox="1"/>
          <p:nvPr/>
        </p:nvSpPr>
        <p:spPr>
          <a:xfrm>
            <a:off x="2496150" y="4345150"/>
            <a:ext cx="4151700" cy="26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DM Sans"/>
                <a:ea typeface="DM Sans"/>
                <a:cs typeface="DM Sans"/>
                <a:sym typeface="DM Sans"/>
              </a:rPr>
              <a:t>Please keep this slide for attribution</a:t>
            </a:r>
            <a:endParaRPr b="1" sz="1200">
              <a:solidFill>
                <a:schemeClr val="dk1"/>
              </a:solidFill>
              <a:latin typeface="DM Sans"/>
              <a:ea typeface="DM Sans"/>
              <a:cs typeface="DM Sans"/>
              <a:sym typeface="DM Sans"/>
            </a:endParaRPr>
          </a:p>
        </p:txBody>
      </p:sp>
      <p:grpSp>
        <p:nvGrpSpPr>
          <p:cNvPr id="904" name="Google Shape;904;p64"/>
          <p:cNvGrpSpPr/>
          <p:nvPr/>
        </p:nvGrpSpPr>
        <p:grpSpPr>
          <a:xfrm>
            <a:off x="4458374" y="3182461"/>
            <a:ext cx="227165" cy="249837"/>
            <a:chOff x="1462169" y="1793977"/>
            <a:chExt cx="233157" cy="256427"/>
          </a:xfrm>
        </p:grpSpPr>
        <p:sp>
          <p:nvSpPr>
            <p:cNvPr id="905" name="Google Shape;905;p64"/>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64"/>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4"/>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8" name="Google Shape;908;p64"/>
          <p:cNvGrpSpPr/>
          <p:nvPr/>
        </p:nvGrpSpPr>
        <p:grpSpPr>
          <a:xfrm>
            <a:off x="5314893" y="3182461"/>
            <a:ext cx="249860" cy="249839"/>
            <a:chOff x="935197" y="1793977"/>
            <a:chExt cx="256451" cy="256430"/>
          </a:xfrm>
        </p:grpSpPr>
        <p:sp>
          <p:nvSpPr>
            <p:cNvPr id="909" name="Google Shape;909;p64"/>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4"/>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1" name="Google Shape;911;p64"/>
          <p:cNvSpPr/>
          <p:nvPr/>
        </p:nvSpPr>
        <p:spPr>
          <a:xfrm>
            <a:off x="3609668" y="3181404"/>
            <a:ext cx="219341" cy="250666"/>
          </a:xfrm>
          <a:custGeom>
            <a:rect b="b" l="l" r="r" t="t"/>
            <a:pathLst>
              <a:path extrusionOk="0" h="134948" w="118084">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nston Churchill History Lesson for Middle School by Slidesgo">
  <a:themeElements>
    <a:clrScheme name="Simple Light">
      <a:dk1>
        <a:srgbClr val="27170A"/>
      </a:dk1>
      <a:lt1>
        <a:srgbClr val="EFE9DC"/>
      </a:lt1>
      <a:dk2>
        <a:srgbClr val="5A4226"/>
      </a:dk2>
      <a:lt2>
        <a:srgbClr val="8B7C5D"/>
      </a:lt2>
      <a:accent1>
        <a:srgbClr val="A59B92"/>
      </a:accent1>
      <a:accent2>
        <a:srgbClr val="FFFFFF"/>
      </a:accent2>
      <a:accent3>
        <a:srgbClr val="FFFFFF"/>
      </a:accent3>
      <a:accent4>
        <a:srgbClr val="FFFFFF"/>
      </a:accent4>
      <a:accent5>
        <a:srgbClr val="FFFFFF"/>
      </a:accent5>
      <a:accent6>
        <a:srgbClr val="FFFFFF"/>
      </a:accent6>
      <a:hlink>
        <a:srgbClr val="2717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